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18.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p:sldMasterIdLst>
    <p:sldMasterId id="2147483648" r:id="rId1"/>
    <p:sldMasterId id="2147483662" r:id="rId3"/>
  </p:sldMasterIdLst>
  <p:notesMasterIdLst>
    <p:notesMasterId r:id="rId5"/>
  </p:notesMasterIdLst>
  <p:handoutMasterIdLst>
    <p:handoutMasterId r:id="rId28"/>
  </p:handout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10"/>
    <p:sldId id="274" r:id="rId9"/>
    <p:sldId id="275" r:id="rId8"/>
    <p:sldId id="276" r:id="rId7"/>
    <p:sldId id="277" r:id="rId6"/>
    <p:sldId id="278" r:id="rId4"/>
    <p:sldId id="279" r:id="rId34"/>
    <p:sldId id="280" r:id="rId35"/>
    <p:sldId id="281" r:id="rId36"/>
  </p:sldIdLst>
  <p:sldSz cx="12192000" cy="6858000"/>
  <p:notesSz cx="6858000" cy="9144000"/>
  <p:custDataLst>
    <p:tags r:id="rId33"/>
  </p:custDataLst>
  <p:defaultTextStyle>
    <a:defPPr>
      <a:defRPr lang="en-US"/>
    </a:defPPr>
    <a:lvl1pPr algn="l" rtl="0" eaLnBrk="0" fontAlgn="base" hangingPunct="0">
      <a:spcBef>
        <a:spcPct val="0"/>
      </a:spcBef>
      <a:spcAft>
        <a:spcPct val="0"/>
      </a:spcAft>
      <a:defRPr kumimoji="1" sz="2400" b="1" kern="1200">
        <a:solidFill>
          <a:schemeClr val="tx1"/>
        </a:solidFill>
        <a:latin typeface="SimHei" panose="02020603050405020304" pitchFamily="18" charset="0"/>
        <a:ea typeface="SimHei" panose="02010609030101010101" pitchFamily="49" charset="-122"/>
        <a:cs typeface="SimHei"/>
      </a:defRPr>
    </a:lvl1pPr>
    <a:lvl2pPr marL="457200" algn="l" rtl="0" eaLnBrk="0" fontAlgn="base" hangingPunct="0">
      <a:spcBef>
        <a:spcPct val="0"/>
      </a:spcBef>
      <a:spcAft>
        <a:spcPct val="0"/>
      </a:spcAft>
      <a:defRPr kumimoji="1" sz="2400" b="1" kern="1200">
        <a:solidFill>
          <a:schemeClr val="tx1"/>
        </a:solidFill>
        <a:latin typeface="SimHei" panose="02020603050405020304" pitchFamily="18" charset="0"/>
        <a:ea typeface="SimHei" panose="02010609030101010101" pitchFamily="49" charset="-122"/>
        <a:cs typeface="SimHei"/>
      </a:defRPr>
    </a:lvl2pPr>
    <a:lvl3pPr marL="914400" algn="l" rtl="0" eaLnBrk="0" fontAlgn="base" hangingPunct="0">
      <a:spcBef>
        <a:spcPct val="0"/>
      </a:spcBef>
      <a:spcAft>
        <a:spcPct val="0"/>
      </a:spcAft>
      <a:defRPr kumimoji="1" sz="2400" b="1" kern="1200">
        <a:solidFill>
          <a:schemeClr val="tx1"/>
        </a:solidFill>
        <a:latin typeface="SimHei" panose="02020603050405020304" pitchFamily="18" charset="0"/>
        <a:ea typeface="SimHei" panose="02010609030101010101" pitchFamily="49" charset="-122"/>
        <a:cs typeface="SimHei"/>
      </a:defRPr>
    </a:lvl3pPr>
    <a:lvl4pPr marL="1371600" algn="l" rtl="0" eaLnBrk="0" fontAlgn="base" hangingPunct="0">
      <a:spcBef>
        <a:spcPct val="0"/>
      </a:spcBef>
      <a:spcAft>
        <a:spcPct val="0"/>
      </a:spcAft>
      <a:defRPr kumimoji="1" sz="2400" b="1" kern="1200">
        <a:solidFill>
          <a:schemeClr val="tx1"/>
        </a:solidFill>
        <a:latin typeface="SimHei" panose="02020603050405020304" pitchFamily="18" charset="0"/>
        <a:ea typeface="SimHei" panose="02010609030101010101" pitchFamily="49" charset="-122"/>
        <a:cs typeface="SimHei"/>
      </a:defRPr>
    </a:lvl4pPr>
    <a:lvl5pPr marL="1828800" algn="l" rtl="0" eaLnBrk="0" fontAlgn="base" hangingPunct="0">
      <a:spcBef>
        <a:spcPct val="0"/>
      </a:spcBef>
      <a:spcAft>
        <a:spcPct val="0"/>
      </a:spcAft>
      <a:defRPr kumimoji="1" sz="2400" b="1" kern="1200">
        <a:solidFill>
          <a:schemeClr val="tx1"/>
        </a:solidFill>
        <a:latin typeface="SimHei" panose="02020603050405020304" pitchFamily="18" charset="0"/>
        <a:ea typeface="SimHei" panose="02010609030101010101" pitchFamily="49" charset="-122"/>
        <a:cs typeface="SimHei"/>
      </a:defRPr>
    </a:lvl5pPr>
    <a:lvl6pPr marL="2286000" algn="l" defTabSz="914400" rtl="0" eaLnBrk="1" latinLnBrk="0" hangingPunct="1">
      <a:defRPr kumimoji="1" sz="2400" b="1" kern="1200">
        <a:solidFill>
          <a:schemeClr val="tx1"/>
        </a:solidFill>
        <a:latin typeface="SimHei" panose="02020603050405020304" pitchFamily="18" charset="0"/>
        <a:ea typeface="SimHei" panose="02010609030101010101" pitchFamily="49" charset="-122"/>
        <a:cs typeface="SimHei"/>
      </a:defRPr>
    </a:lvl6pPr>
    <a:lvl7pPr marL="2743200" algn="l" defTabSz="914400" rtl="0" eaLnBrk="1" latinLnBrk="0" hangingPunct="1">
      <a:defRPr kumimoji="1" sz="2400" b="1" kern="1200">
        <a:solidFill>
          <a:schemeClr val="tx1"/>
        </a:solidFill>
        <a:latin typeface="SimHei" panose="02020603050405020304" pitchFamily="18" charset="0"/>
        <a:ea typeface="SimHei" panose="02010609030101010101" pitchFamily="49" charset="-122"/>
        <a:cs typeface="SimHei"/>
      </a:defRPr>
    </a:lvl7pPr>
    <a:lvl8pPr marL="3200400" algn="l" defTabSz="914400" rtl="0" eaLnBrk="1" latinLnBrk="0" hangingPunct="1">
      <a:defRPr kumimoji="1" sz="2400" b="1" kern="1200">
        <a:solidFill>
          <a:schemeClr val="tx1"/>
        </a:solidFill>
        <a:latin typeface="SimHei" panose="02020603050405020304" pitchFamily="18" charset="0"/>
        <a:ea typeface="SimHei" panose="02010609030101010101" pitchFamily="49" charset="-122"/>
        <a:cs typeface="SimHei"/>
      </a:defRPr>
    </a:lvl8pPr>
    <a:lvl9pPr marL="3657600" algn="l" defTabSz="914400" rtl="0" eaLnBrk="1" latinLnBrk="0" hangingPunct="1">
      <a:defRPr kumimoji="1" sz="2400" b="1" kern="1200">
        <a:solidFill>
          <a:schemeClr val="tx1"/>
        </a:solidFill>
        <a:latin typeface="SimHei" panose="02020603050405020304" pitchFamily="18" charset="0"/>
        <a:ea typeface="SimHei" panose="02010609030101010101" pitchFamily="49" charset="-122"/>
        <a:cs typeface="SimHei"/>
      </a:defRPr>
    </a:lvl9pPr>
  </p:defaultTextStyle>
  <p:extLst>
    <p:ext uri="{EFAFB233-063F-42B5-8137-9DF3F51BA10A}">
      <p15:sldGuideLst xmlns:p15="http://schemas.microsoft.com/office/powerpoint/2012/main">
        <p15:guide id="1" orient="horz" pos="185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gelina" initials="a" lastIdx="1" clrIdx="0"/>
  <p:cmAuthor id="1" name="肖高铿" initials="肖高铿" lastIdx="1" clrIdx="0"/>
  <p:cmAuthor id="2" name="孙东伟" initials="孙" lastIdx="1" clrIdx="1"/>
  <p:cmAuthor id="3" name="Francium" initials="F" lastIdx="1" clrIdx="2"/>
  <p:cmAuthor id="4" name="Armei" initials="A" lastIdx="20" clrIdx="3"/>
  <p:cmAuthor id="5" name="admin" initials="c" lastIdx="25" clrIdx="4"/>
  <p:cmAuthor id="6" name="Administrator" initials="A" lastIdx="4" clrIdx="5"/>
  <p:cmAuthor id="7" name="lenovo" initials="l" lastIdx="1" clrIdx="6"/>
  <p:cmAuthor id="8" name="饶毅" initials="饶毅" lastIdx="6" clrIdx="8"/>
  <p:cmAuthor id="9" name="孙 诚" initials="孙" lastIdx="3" clrIdx="9"/>
  <p:cmAuthor id="10" name="fengdong" initials="fd" lastIdx="2" clrIdx="10"/>
  <p:cmAuthor id="11" name="谢超" initials="谢超" lastIdx="8" clrIdx="10"/>
  <p:cmAuthor id="12" name="杨洋1" initials="杨洋1" lastIdx="13" clrIdx="11"/>
  <p:cmAuthor id="14" name="武霁阳" initials="wujy" lastIdx="1" clrIdx="13"/>
  <p:cmAuthor id="15" name="张长虹" initials="zch" lastIdx="1" clrIdx="14"/>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00FF"/>
    <a:srgbClr val="6FAC46"/>
    <a:srgbClr val="8FAADC"/>
    <a:srgbClr val="E7EFC6"/>
    <a:srgbClr val="FFE5D4"/>
    <a:srgbClr val="BDD34A"/>
    <a:srgbClr val="8AA000"/>
    <a:srgbClr val="D0DE86"/>
    <a:srgbClr val="B2C1D6"/>
    <a:srgbClr val="6E87B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67" autoAdjust="0"/>
    <p:restoredTop sz="93951" autoAdjust="0"/>
  </p:normalViewPr>
  <p:slideViewPr>
    <p:cSldViewPr showGuides="1">
      <p:cViewPr varScale="1">
        <p:scale>
          <a:sx n="98" d="100"/>
          <a:sy n="98" d="100"/>
        </p:scale>
        <p:origin x="882" y="78"/>
      </p:cViewPr>
      <p:guideLst>
        <p:guide orient="horz" pos="1850"/>
        <p:guide pos="3840"/>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100" d="100"/>
        <a:sy n="100" d="100"/>
      </p:scale>
      <p:origin x="0" y="-3150"/>
    </p:cViewPr>
  </p:sorterViewPr>
  <p:notesViewPr>
    <p:cSldViewPr>
      <p:cViewPr varScale="1">
        <p:scale>
          <a:sx n="82" d="100"/>
          <a:sy n="82" d="100"/>
        </p:scale>
        <p:origin x="3954" y="108"/>
      </p:cViewPr>
      <p:guideLst>
        <p:guide orient="horz" pos="3107"/>
        <p:guide pos="1764"/>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Master" Target="slideMasters/slideMaster2.xml"/><Relationship Id="rId4" Type="http://schemas.openxmlformats.org/officeDocument/2006/relationships/slide" Target="slides/slide23.xml"/><Relationship Id="rId5" Type="http://schemas.openxmlformats.org/officeDocument/2006/relationships/notesMaster" Target="notesMasters/notesMaster1.xml"/><Relationship Id="rId6" Type="http://schemas.openxmlformats.org/officeDocument/2006/relationships/slide" Target="slides/slide22.xml"/><Relationship Id="rId7" Type="http://schemas.openxmlformats.org/officeDocument/2006/relationships/slide" Target="slides/slide21.xml"/><Relationship Id="rId8" Type="http://schemas.openxmlformats.org/officeDocument/2006/relationships/slide" Target="slides/slide20.xml"/><Relationship Id="rId9" Type="http://schemas.openxmlformats.org/officeDocument/2006/relationships/slide" Target="slides/slide19.xml"/><Relationship Id="rId10" Type="http://schemas.openxmlformats.org/officeDocument/2006/relationships/slide" Target="slides/slide18.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handoutMaster" Target="handoutMasters/handout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ableStyles" Target="tableStyles.xml"/><Relationship Id="rId32" Type="http://schemas.openxmlformats.org/officeDocument/2006/relationships/commentAuthors" Target="commentAuthors.xml"/><Relationship Id="rId33" Type="http://schemas.openxmlformats.org/officeDocument/2006/relationships/tags" Target="tags/tag218.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vl1pPr>
          </a:lstStyle>
          <a:p>
            <a:pPr>
              <a:defRPr/>
            </a:pPr>
            <a:endParaRPr lang="zh-CN" altLang="en-US">
              <a:latin typeface="SimHei" panose="020B0503020204020204" pitchFamily="34" charset="-122"/>
            </a:endParaRPr>
          </a:p>
        </p:txBody>
      </p:sp>
      <p:sp>
        <p:nvSpPr>
          <p:cNvPr id="3" name="日期占位符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eaLnBrk="1" hangingPunct="1">
              <a:defRPr sz="1200"/>
            </a:lvl1pPr>
          </a:lstStyle>
          <a:p>
            <a:pPr>
              <a:defRPr/>
            </a:pPr>
            <a:fld id="{6134A705-093A-43F2-B85F-5541EFF47785}" type="datetimeFigureOut">
              <a:rPr lang="zh-CN" altLang="en-US">
                <a:latin typeface="SimHei" panose="020B0503020204020204" pitchFamily="34" charset="-122"/>
              </a:rPr>
            </a:fld>
            <a:endParaRPr lang="zh-CN" altLang="en-US">
              <a:latin typeface="SimHei" panose="020B0503020204020204" pitchFamily="34" charset="-122"/>
            </a:endParaRPr>
          </a:p>
        </p:txBody>
      </p:sp>
      <p:sp>
        <p:nvSpPr>
          <p:cNvPr id="5" name="灯片编号占位符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lstStyle>
            <a:lvl1pPr algn="r" eaLnBrk="1" hangingPunct="1">
              <a:defRPr sz="1200"/>
            </a:lvl1pPr>
          </a:lstStyle>
          <a:p>
            <a:pPr>
              <a:defRPr/>
            </a:pPr>
            <a:fld id="{8233AAD0-9D9F-4035-8DA4-F26DEF6BA6F6}" type="slidenum">
              <a:rPr lang="zh-CN" altLang="en-US">
                <a:latin typeface="SimHei" panose="020B0503020204020204" pitchFamily="34" charset="-122"/>
              </a:rPr>
            </a:fld>
            <a:endParaRPr lang="zh-CN" altLang="en-US">
              <a:latin typeface="SimHei" panose="020B0503020204020204" pitchFamily="34" charset="-122"/>
            </a:endParaRPr>
          </a:p>
        </p:txBody>
      </p:sp>
      <p:sp>
        <p:nvSpPr>
          <p:cNvPr id="6" name="页脚占位符 5"/>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hangingPunct="1">
              <a:defRPr sz="1200"/>
            </a:lvl1pPr>
          </a:lstStyle>
          <a:p>
            <a:pPr>
              <a:defRPr/>
            </a:pPr>
            <a:endParaRPr lang="zh-CN" altLang="en-US">
              <a:latin typeface="SimHei" panose="020B0503020204020204" pitchFamily="34" charset="-122"/>
            </a:endParaRPr>
          </a:p>
        </p:txBody>
      </p:sp>
    </p:spTree>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770"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algn="l" eaLnBrk="1" hangingPunct="1">
              <a:defRPr sz="1200" b="0">
                <a:latin typeface="SimHei" panose="020B0503020204020204" pitchFamily="34" charset="-122"/>
                <a:ea typeface="SimHei" panose="020B0503020204020204" pitchFamily="34" charset="-122"/>
              </a:defRPr>
            </a:lvl1pPr>
          </a:lstStyle>
          <a:p>
            <a:pPr>
              <a:defRPr/>
            </a:pPr>
            <a:endParaRPr lang="zh-CN" altLang="en-US"/>
          </a:p>
        </p:txBody>
      </p:sp>
      <p:sp>
        <p:nvSpPr>
          <p:cNvPr id="32771" name="Rectangle 3"/>
          <p:cNvSpPr>
            <a:spLocks noGrp="1" noChangeArrowheads="1"/>
          </p:cNvSpPr>
          <p:nvPr>
            <p:ph type="dt" idx="1"/>
          </p:nvPr>
        </p:nvSpPr>
        <p:spPr bwMode="auto">
          <a:xfrm>
            <a:off x="3886200"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b="0">
                <a:latin typeface="SimHei" panose="020B0503020204020204" pitchFamily="34" charset="-122"/>
                <a:ea typeface="SimHei" panose="020B0503020204020204" pitchFamily="34" charset="-122"/>
              </a:defRPr>
            </a:lvl1pPr>
          </a:lstStyle>
          <a:p>
            <a:pPr>
              <a:defRPr/>
            </a:pPr>
            <a:endParaRPr lang="en-US" altLang="zh-CN"/>
          </a:p>
        </p:txBody>
      </p:sp>
      <p:sp>
        <p:nvSpPr>
          <p:cNvPr id="6148" name="Rectangle 4"/>
          <p:cNvSpPr>
            <a:spLocks noGrp="1" noRot="1" noChangeAspect="1" noChangeArrowheads="1" noTextEdit="1"/>
          </p:cNvSpPr>
          <p:nvPr>
            <p:ph type="sldImg" idx="2"/>
          </p:nvPr>
        </p:nvSpPr>
        <p:spPr bwMode="auto">
          <a:xfrm>
            <a:off x="380700" y="685800"/>
            <a:ext cx="60966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32773" name="Rectangle 5"/>
          <p:cNvSpPr>
            <a:spLocks noGrp="1" noChangeArrowheads="1"/>
          </p:cNvSpPr>
          <p:nvPr>
            <p:ph type="body" sz="quarter" idx="3"/>
          </p:nvPr>
        </p:nvSpPr>
        <p:spPr bwMode="auto">
          <a:xfrm>
            <a:off x="914400" y="4343400"/>
            <a:ext cx="50292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32774" name="Rectangle 6"/>
          <p:cNvSpPr>
            <a:spLocks noGrp="1" noChangeArrowheads="1"/>
          </p:cNvSpPr>
          <p:nvPr>
            <p:ph type="ftr" sz="quarter" idx="4"/>
          </p:nvPr>
        </p:nvSpPr>
        <p:spPr bwMode="auto">
          <a:xfrm>
            <a:off x="0" y="8686800"/>
            <a:ext cx="2971800" cy="457200"/>
          </a:xfrm>
          <a:prstGeom prst="rect">
            <a:avLst/>
          </a:prstGeom>
          <a:noFill/>
          <a:ln>
            <a:noFill/>
          </a:ln>
          <a:effectLst/>
        </p:spPr>
        <p:txBody>
          <a:bodyPr vert="horz" wrap="square" lIns="91440" tIns="45720" rIns="91440" bIns="45720" numCol="1" anchor="b" anchorCtr="0" compatLnSpc="1"/>
          <a:lstStyle>
            <a:lvl1pPr algn="l" eaLnBrk="1" hangingPunct="1">
              <a:defRPr sz="1200" b="0">
                <a:latin typeface="SimHei" panose="020B0503020204020204" pitchFamily="34" charset="-122"/>
                <a:ea typeface="SimHei" panose="020B0503020204020204" pitchFamily="34" charset="-122"/>
              </a:defRPr>
            </a:lvl1pPr>
          </a:lstStyle>
          <a:p>
            <a:pPr>
              <a:defRPr/>
            </a:pPr>
            <a:endParaRPr lang="en-US" altLang="zh-CN"/>
          </a:p>
        </p:txBody>
      </p:sp>
      <p:sp>
        <p:nvSpPr>
          <p:cNvPr id="32775" name="Rectangle 7"/>
          <p:cNvSpPr>
            <a:spLocks noGrp="1" noChangeArrowheads="1"/>
          </p:cNvSpPr>
          <p:nvPr>
            <p:ph type="sldNum" sz="quarter" idx="5"/>
          </p:nvPr>
        </p:nvSpPr>
        <p:spPr bwMode="auto">
          <a:xfrm>
            <a:off x="3886200" y="8686800"/>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b="0">
                <a:latin typeface="SimHei" panose="020B0503020204020204" pitchFamily="34" charset="-122"/>
                <a:ea typeface="SimHei" panose="020B0503020204020204" pitchFamily="34" charset="-122"/>
              </a:defRPr>
            </a:lvl1pPr>
          </a:lstStyle>
          <a:p>
            <a:pPr>
              <a:defRPr/>
            </a:pPr>
            <a:fld id="{5CF96F32-7BC1-47AF-B87B-B0259F8FA183}" type="slidenum">
              <a:rPr lang="zh-CN" altLang="en-US"/>
            </a:fld>
            <a:endParaRPr lang="en-US" altLang="zh-CN"/>
          </a:p>
        </p:txBody>
      </p:sp>
    </p:spTree>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kumimoji="1" sz="1200" kern="1200">
        <a:solidFill>
          <a:schemeClr val="tx1"/>
        </a:solidFill>
        <a:latin typeface="SimHei" panose="020B0503020204020204" pitchFamily="34" charset="-122"/>
        <a:ea typeface="SimHei" panose="020B0503020204020204" pitchFamily="34" charset="-122"/>
        <a:cs typeface="SimHei"/>
      </a:defRPr>
    </a:lvl1pPr>
    <a:lvl2pPr marL="457200" algn="l" rtl="0" eaLnBrk="0" fontAlgn="base" hangingPunct="0">
      <a:spcBef>
        <a:spcPct val="30000"/>
      </a:spcBef>
      <a:spcAft>
        <a:spcPct val="0"/>
      </a:spcAft>
      <a:defRPr kumimoji="1" sz="1200" kern="1200">
        <a:solidFill>
          <a:schemeClr val="tx1"/>
        </a:solidFill>
        <a:latin typeface="SimHei" panose="020B0503020204020204" pitchFamily="34" charset="-122"/>
        <a:ea typeface="SimHei" panose="020B0503020204020204" pitchFamily="34" charset="-122"/>
        <a:cs typeface="SimHei"/>
      </a:defRPr>
    </a:lvl2pPr>
    <a:lvl3pPr marL="914400" algn="l" rtl="0" eaLnBrk="0" fontAlgn="base" hangingPunct="0">
      <a:spcBef>
        <a:spcPct val="30000"/>
      </a:spcBef>
      <a:spcAft>
        <a:spcPct val="0"/>
      </a:spcAft>
      <a:defRPr kumimoji="1" sz="1200" kern="1200">
        <a:solidFill>
          <a:schemeClr val="tx1"/>
        </a:solidFill>
        <a:latin typeface="SimHei" panose="020B0503020204020204" pitchFamily="34" charset="-122"/>
        <a:ea typeface="SimHei" panose="020B0503020204020204" pitchFamily="34" charset="-122"/>
        <a:cs typeface="SimHei"/>
      </a:defRPr>
    </a:lvl3pPr>
    <a:lvl4pPr marL="1371600" algn="l" rtl="0" eaLnBrk="0" fontAlgn="base" hangingPunct="0">
      <a:spcBef>
        <a:spcPct val="30000"/>
      </a:spcBef>
      <a:spcAft>
        <a:spcPct val="0"/>
      </a:spcAft>
      <a:defRPr kumimoji="1" sz="1200" kern="1200">
        <a:solidFill>
          <a:schemeClr val="tx1"/>
        </a:solidFill>
        <a:latin typeface="SimHei" panose="020B0503020204020204" pitchFamily="34" charset="-122"/>
        <a:ea typeface="SimHei" panose="020B0503020204020204" pitchFamily="34" charset="-122"/>
        <a:cs typeface="SimHei"/>
      </a:defRPr>
    </a:lvl4pPr>
    <a:lvl5pPr marL="1828800" algn="l" rtl="0" eaLnBrk="0" fontAlgn="base" hangingPunct="0">
      <a:spcBef>
        <a:spcPct val="30000"/>
      </a:spcBef>
      <a:spcAft>
        <a:spcPct val="0"/>
      </a:spcAft>
      <a:defRPr kumimoji="1" sz="1200" kern="1200">
        <a:solidFill>
          <a:schemeClr val="tx1"/>
        </a:solidFill>
        <a:latin typeface="SimHei" panose="020B0503020204020204" pitchFamily="34" charset="-122"/>
        <a:ea typeface="SimHei" panose="020B0503020204020204" pitchFamily="34" charset="-122"/>
        <a:cs typeface="SimHei"/>
      </a:defRPr>
    </a:lvl5pPr>
    <a:lvl6pPr marL="2286000" algn="l" defTabSz="914400" rtl="0" eaLnBrk="1" latinLnBrk="0" hangingPunct="1">
      <a:defRPr sz="1200" kern="1200">
        <a:solidFill>
          <a:schemeClr val="tx1"/>
        </a:solidFill>
        <a:latin typeface="SimHei"/>
        <a:ea typeface="SimHei"/>
        <a:cs typeface="SimHei"/>
      </a:defRPr>
    </a:lvl6pPr>
    <a:lvl7pPr marL="2743200" algn="l" defTabSz="914400" rtl="0" eaLnBrk="1" latinLnBrk="0" hangingPunct="1">
      <a:defRPr sz="1200" kern="1200">
        <a:solidFill>
          <a:schemeClr val="tx1"/>
        </a:solidFill>
        <a:latin typeface="SimHei"/>
        <a:ea typeface="SimHei"/>
        <a:cs typeface="SimHei"/>
      </a:defRPr>
    </a:lvl7pPr>
    <a:lvl8pPr marL="3200400" algn="l" defTabSz="914400" rtl="0" eaLnBrk="1" latinLnBrk="0" hangingPunct="1">
      <a:defRPr sz="1200" kern="1200">
        <a:solidFill>
          <a:schemeClr val="tx1"/>
        </a:solidFill>
        <a:latin typeface="SimHei"/>
        <a:ea typeface="SimHei"/>
        <a:cs typeface="SimHei"/>
      </a:defRPr>
    </a:lvl8pPr>
    <a:lvl9pPr marL="3657600" algn="l" defTabSz="914400" rtl="0" eaLnBrk="1" latinLnBrk="0" hangingPunct="1">
      <a:defRPr sz="1200" kern="1200">
        <a:solidFill>
          <a:schemeClr val="tx1"/>
        </a:solidFill>
        <a:latin typeface="SimHei"/>
        <a:ea typeface="SimHei"/>
        <a:cs typeface="SimHei"/>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第1页｜C4F7N 的电子碰撞截面 与负流注放电特性</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各位老师、同学好。本次分享两篇与新型环保绝缘气体微观放电参数相关的论文。第一篇是2026年Metting van Rijn和Franck关于C4F7N电子碰撞截面的工作；第二篇是2025年Simonovic等关于SF6与CO2-C4F7N针板负流注的工作。我的主线是：截面如何决定电子群参数，群参数又怎样进入非均匀放电模型。两篇文章并不是新数据先发表、流注论文再应用的关系，第二篇使用较早的截面集。</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依据与图表来源：[1]、[2]全文。</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第2页｜汇报结构与三个核心问题</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本次不按论文页码逐段翻译，而围绕三个问题展开。第一，截面的阈值、谱形和绝对幅值分别由什么证据决定？第二，计算与电子群实验相符，究竟说明了什么，又不能说明什么？第三，把输运和反应数据输入流注模型后，哪些配比表现出更强的传播抑制能力，这种判断受哪些模型假设限制？最后将两篇工作组合成可实际检验的研究方案。</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依据与图表来源：本次汇报结构。</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第3页｜研究背景：为什么需要微观放电数据？</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环保替代需求并不能直接告诉我们一种气体是否适用于给定装置。碰撞截面描述特定能量下电子与分子的相互作用；在给定混合比例、温度和约化电场下，求解电子动力学才能得到漂移、扩散以及电离和附着等群参数；进一步加入电极几何和自洽空间电荷，才能研究流注行为。第一篇主要位于数据链前半段，第二篇位于后半段。这里的箭头是物理层次关系，不表示两篇已完成同一套数据的直接串联。</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依据与图表来源：[1]§1、§3；[2]§1、§2。</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第4页｜基本概念：先统一参数定义与单位</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文献一报告的是体漂移速度，并将有效电离速率按粒子数密度归一化。文献二的流体方程则使用迁移率、扩散以及Townsend电离和附着系数。附着和电离属于非守恒过程，群体质心的运动与局部通量运动可能不同，所以不能不核对定义就用体漂移速度除以电场代替模型迁移率。另外，k_eff单位是m3/s，α-η单位是m-1，不能把名称相近当作同一个量。后面的975±15 Td也是纯气体均匀场平衡条件，而不是直接的针板击穿阈值。</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依据与图表来源：[1]§2、§3.2；[2]式(1)-(5)。</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第5页｜文献一概览：为什么重新构建截面集？</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第一篇并不是在完全没有数据的情况下从零开始。作者讨论了此前的两套C4F7N截面，指出它们虽能复现实验群参数，但高于约50 eV时仍存在电子激发幅值和能量损失方面的不足，振动阈值附近的形状也需要进一步核查。因此新工作的价值是把更多外部证据引入截面集构建，尤其考虑高能粒子探测器应用需要的能量覆盖。需要将这些评价表述为本文作者对已有模型的判断，而非我们额外完成了对旧数据的独立审计。</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依据与图表来源：[1]§1、§5，原刊pp.1、10。</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第6页｜文献一：截面总览与证据来源</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图2横轴为电子能量，纵轴为截面，均为对数坐标。黑色是总弹性和弹性动量转移加转动过程，绿色是振动和超弹性振动，蓝色是不同类型电子激发，红色是附着与电离。作者按碰撞类别求和来改善可读性，实际模型中包含多个激发通道。因此这张图适合讲整体能区分工，但不能从一条绿色曲线推断只有一个振动能级。接下来分别讨论阈值、形状和幅值是怎样被确定的。</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依据与图表来源：[1]图2及§3.1，原刊pp.2-4。</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第7页｜弹性过程：总截面与动量转移截面的处理</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作者计算的C4F7N静偶极矩约1.6 D，与水分子的1.86 D具有可比较的量级，因此借鉴水的低能弹性数据，并采用偶极相互作用对应的1/ε趋势。Ramsauer极小值附近的形状则由纯气体与Ar、N2稀释混合气的漂移数据约束。100 eV以下，总弹性和动量转移截面被假定相同，这反映的是实验区分能力不足，不是普遍物理定律。高能区采用独立原子近似，将模型平滑连接到原子散射计算。这里值得学习的是为不同能区选取不同的证据，而不是对整段能量只采用单一拟合函数。</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依据与图表来源：[1]§3.1.1、§4.1，原刊pp.2-3、7-8。</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第8页｜振动激发：阈值、相对强度与共振</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表中给出了六组振动阈值与相对幅值，直接整理自原文表1。相对幅值没有单位，也不是已经测得的绝对截面。相近的激发能被合并，振动基底形状采用Born-dipole散射模型，再加入由临时负离子相关过程启发的共振。作者采用约1 eV和7.6 eV的振动共振，并由电子群数据调整幅值。关键问题在于现有谱学资料多给出相对强度，角分布和探测响应又影响强度到绝对截面的转换，因此阈值已知不代表每个通道的幅值也已经确定。</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依据与图表来源：[1]表1、§3.1.2、§4.2，原刊pp.3、8-9。</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第9页｜附着过程：为何存在参数补偿？</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作者利用2 eV以下的离子信号确定总附着谱形，再通过群参数匹配确定幅值。原文在介绍散射信号时给出F负离子通道约7.4 eV共振，在后续讨论相对幅值时使用约7.6 eV，因此本页保留上下文差异，而不将两者混成一个过度精确的数字。更重要的是，纯气体实验对低能附着与较高能共振通道存在补偿：两组幅值反向调整，可以得到近似相同的有效电离速率。这正是反问题不唯一性的具体例子。扩展混合气、总离子信号能区和绝对散射测量，都有助于削弱补偿。</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依据与图表来源：[1]§3.1.3、§4.3，原刊pp.3、9。</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第10页｜电子激发、电离与 W 值约束</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电离阈值I与W值不是同一个物理量。I是开启特定电离通道的能量门槛，W是高能电子降能过程中平均生成一个离子对所需的能量，包含非电离激发等能量损失。作者将C4F7N电离阈值设为12.7 eV，并对C2F6电离数据进行能量调整和1.5倍幅值缩放，同时考虑双重及K壳层电离。为使渐近W约为31 eV，加入16.5与20.5 eV的电子激发通道。这个W值属于模型采用的物理约束，不应讲成独立实验验证；DEGRAD在该计算中关闭附着，也不能据此代表实际电荷收集效率。</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依据与图表来源：[1]§3.1.4-3.3、§4.5-4.6，原刊pp.3-7、10。</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第11页｜纯 C4F7N：漂移与有效电离结果</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左图比较纯C4F7N的体漂移速度，右图比较按数密度归一化的有效电离速率系数。新测量377 Pa数据扩展了较高场区；作者认为超过约1050 Td的偏离很可能与测量评估和带宽问题有关。右图零线交点对应净电子生成率为零，作者引用的实验临界约化场为975±15 Td，计算能够很好复现。还应提醒听众，图3的2%误差条是作者为展示符合程度任意设定的，不能将它作为完整精度声明。群参数也参与了截面调整，因此宜称一致性检验，不能把所有图都当作完全独立盲验证。</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依据与图表来源：[1]图3-4、§3.2、§4.1，原刊pp.4-7。</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第12页｜稀释混合气：增加不同能区的约束</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这页对比Ar和N2稀释条件下的体漂移速度。稀释气改变电子能量分布，使C4F7N不同通道的影响被重新加权，所以混合气不是简单重复纯气体实验。作者认为Ar混合气在所提供场区主要约束弹性动量转移通道；N2混合气整体偏差约在图示5%范围内。不过这些误差条同样为展示符合程度而设定，不能理解为所有实验的真实统一不确定度。作者还指出缺少覆盖负微分电导区的Ar数据，使振动绝对幅值仍难以直接由群数据固定。</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依据与图表来源：[1]图5、图7、§3.2、§4.1-4.2，原刊pp.5-9。</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第13页｜文献一小结：哪些问题仍未解决？</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图8给出N2混合气有效电离速率，不同浓度的计算与实验在场强依赖上仍有差异。现有证据既不能排除测量问题，也不能排除低能截面误差。低场实验难点是强附着使到达阳极的电子减少，信号边沿难分辨；减小间隙会受到测量带宽限制，降低气压又增大扩散和边界损失。作者还指出分子内振动重分配等过程没有纳入，因为数据不够。因此本文的意义是推进了物理约束下的完整截面集，但远没有终结低能数据研究。</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依据与图表来源：[1]图8、§4.2-4.3、§5，原刊pp.7-10。</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第14页｜文献二概览：曲线电极与负流注</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第二篇将作者已有轴对称流体模型扩展到曲线电极，使用AMReX嵌入边界表示圆柱与半球组合的针电极。这对于局部突起或针板结构十分重要，因为电极本身就会产生显著场增强。计算域沿两个方向均为16 mm，电极半径1 mm、总长3.4 mm，因此轴向有效间隙为12.6 mm。本页示意图仅说明结构和尺寸，不是仿真结果，也不按比例。作者先做空气正流注的代码间基准，再研究强附着气体的负流注。</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依据与图表来源：[2]§1.3、§3.1、§4.1，原刊pp.2-3、7-8。</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第15页｜流体模型：输运、反应与电场自洽耦合</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电子通量由电场漂移和密度梯度扩散构成，电子数密度变化同时受到净电离、复合与光电离影响。正负离子由相应反应方程描述，电势由空间电荷通过泊松方程求解，再由电势梯度得到电场。文中使用局部场近似，将输运与反应系数写为局部E/N的函数。这里显示一般方程；第三组强附着气体比较不包含光电离和解附着，复合仅在少量正则化算例中加入。必须把一般模型与实际比较工况的开关区分开。</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依据与图表来源：[2]式(1)-(5)、§2及§4.4，原刊pp.2-3、11。</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第16页｜数值实现：嵌入边界与代码间基准</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嵌入边界会切割矩形网格，因此小切割单元带来额外的稳定性和守恒处理问题。作者特别强调椭圆算子本来按笛卡尔坐标定义，需要调整系数体现柱坐标度量项。空气正流注中与Afivo-streamer的长度等结果符合良好，说明数值实现经受了有价值的基准检验。强附着气体在电极附近还容易出现非物理密度累积，作者采用阈值转换负离子及部分算例中的缩放复合做正则化。代码一致性支持实现的可信度，但它不是混合气实际放电的独立实验验证。</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依据与图表来源：[2]图1、§3、§4.2-4.3，原刊pp.3-10。</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第17页｜比较工况：统一 SF6 临界场标尺</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为公平解释结果，必须先固定比较标尺。作者在同一针板几何下比较SF6与三种CO2-C4F7N配比，并取SF6临界场的90%、80%、70%作为统一的背景场。它们对应约324.9、288.8、252.7 Td，并不是各混合气自身临界场的相同比例。第三组的初始电子和正离子数密度均为10的13次方每立方米，未含光电离与解附着。输运数据由蒙特卡洛和多项Boltzmann方法得到，C4F7N截面来自XJTUAETLab、对应Zhang等2023工作，CO2来自Biagi。不能把它说成使用了第一篇2026新截面。</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依据与图表来源：[2]§4.1、§4.4及参考文献[94]-[96]，原刊pp.7-8、11、28。</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第18页｜结果一：90% SF6 临界背景场</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先看最高一档背景场。黑、红、蓝分别代表SF6、10%和15% C4F7N配比，均跨越轴向有效间隙；青色20%配比没有达到相同长度，最终在平板前熄灭。因此在此工况下，增加到20%带来了明显更强的流注传播抑制。不能仅因为红蓝传播比黑色稍快，就将速度和完整绝缘性能简单划等号；还要考虑是否跨隙、背景场和后续阶段。青色曲线突然下降的原因将在重复流注头部分解释，不表示整个前沿倒退。</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依据与图表来源：[2]图9(a)、§4.4，原刊pp.11-13。</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第19页｜结果二：80% SF6 临界背景场</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在80%背景场下，SF6、10%和15%配比的流注依然到达平板，20%配比则熄灭。与最高场相比，SF6和15%配比在大部分传播阶段速度逐渐降低；当靠近平板时，镜像电荷造成的场增强会影响后段加速。因此“在背景场低于均匀场临界值时也能传播”并不矛盾，因为局部针尖和流注头的自洽场可远高于均匀背景场。该图有助于说明不能用一个均匀场零净增长阈值替代非均匀场传播过程。</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依据与图表来源：[2]图9(b)、图11(b)、§4.4，原刊pp.11-13。</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第20页｜结果三：70% SF6 临界背景场</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最低一档背景场最容易看出15%混合气与SF6的相近表现。10%配比仍能跨隙，而SF6、15%和20%配比都会熄灭。文中给出的熄灭时间约为SF6的6 ns、15%配比的5.4 ns和20%配比的3 ns；SF6与15%的熄灭长度也较相近。20%配比更早熄灭且传播较短，因此作者据此提出其介电表现可能优于SF6。这个结论必须保留“在本模型和所选针板负流注工况下”的限定，且流注跨隙并不等同于已经模拟完成后续火花或热击穿。</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依据与图表来源：[2]图9(c)、§4.4、§5，原刊pp.12-13、24-25。</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第21页｜重复流注头：长度“跳变”不是整体回退</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上图是原文图14的电场分布，下图是图15的电子密度。强附着快速消耗通道电子，形成相对孤立的流注头，近电极又能形成新的头部。作者用最大场强所在位置z_max定义长度，L=z_max-3.4 mm。当新的头部场强超过旧头部时，全局最大值位置会切换，导致长度曲线跳变。这是一个指标定义和空间结构共同造成的现象，不能解释为前沿整体后退。作者还与Afivo-streamer比较了一个重复流注算例，但仍应对近电极正则化、网格和反应机理做敏感性审查。</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依据与图表来源：[2]图14-15、图32，§3.2、§4.4，原刊pp.4-7、11-16、22-23。</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第22页｜两篇文献的联系与不能混淆的边界</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把两篇文章连在一起时，最重要的是尊重它们实际完成的工作。第一篇构建多源约束的新截面集，第二篇展示较早输运数据进入非均匀放电模型后的结果。第二篇发表得更早，未使用第一篇数据，因而不能用其流注结果宣称新截面已经通过放电应用验证。真正值得开展的是同模型条件下的新旧数据替换，区分输运数据差异与模型实现、初始条件或数值误差。如果仅替换截面就改变了配比排序，这会直接提示后续测量需要优先关注哪些通道。</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依据与图表来源：[1]§3-5；[2]§2、§4.1、§4.4。</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第23页｜对本方向的启发：设计能区分通道的测量</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这页是面向我研究方向的方案思考，不是作者已经完成的实验。单一纯气体曲线可能使附着与振动等过程互相补偿，因此应考虑不同稀释气和配比，以改变电子能量分布。仅增加曲线数量仍不够，还应联合漂移、扩散与反应参数，并利用绝对散射或更宽能区总离子信号提供独立信息。实验设计需要兼顾可测性：强附着降低信噪比，减小间隙遇到带宽限制，降低气压又增强扩散与边界影响。最优工况应是对目标通道敏感且系统误差可控，而非盲目扩展所有场强。</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依据与图表来源：依据[1]§4.2-4.3；方案为本次汇报提出。</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第24页｜后续研究：建立可重复的数据替换闭环</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建议将最小研究任务限定为一个可重复闭环。首先审计新旧截面的通道、阈值和单位，不能把文件格式差异当成物理差异。随后在同一求解框架、组分与温度条件下计算群参数，并核对体参数和通量参数、纵向与横向扩散等定义。最后选择一个已经验证的流注工况，只替换输入系数表，比较头部场、传播距离和熄灭时间。如果差异明显，再分别扰动附着、振动及电子激发通道，寻找对结论最敏感的能区；如果差异很小，则优先扩大工况，而不是声称新旧数据完全等价。</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依据与图表来源：依据[1]§3-5、[2]§2、§4；尚未执行该方案。</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第25页｜总结：从“拟合得到”走向“可信可用”</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本次分享归纳为三点。第一，截面集应尽量同时满足谱学、散射与电子群数据约束，但群参数拟合良好仍不足以证明各通道唯一。第二，均匀场临界约化场不能替代非均匀放电过程，在第二篇所选针板负流注工况下，15%配比与SF6接近，20%更能抑制流注跨隙。第三，从新截面到新的应用判断，需要先统一系数定义，再在相同模型下开展替换与敏感性分析，并最终寻求独立实验支持。请各位老师同学讨论：哪类新增测量最能打破低能通道补偿？数据不确定性是否足以改变目标配比的相对判断？</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依据与图表来源：[1]§5；[2]§5；研究建议为本次汇报提出。</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第26页｜参考文献与图表来源</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此页列出两篇核心文献的完整信息。图均直接裁自用户提供的论文，未重新计算或数字化重绘。第8页表格整理自第一篇表1，针板结构示意为汇报自绘而非仿真结果，研究方案均标明为建议。文中页码指原刊页码；上传PDF比原刊多一页平台封面。可编辑PPT的文本已统一指定SimHei，化学式和单位使用PPT原生上下标；附带PDF及整页图像兼容版以减少本机缺字体对阅读和放映的影响。</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依据与图表来源：[1]、[2]全文；图表来源详见各页备注。</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xml"/><Relationship Id="rId3" Type="http://schemas.openxmlformats.org/officeDocument/2006/relationships/tags" Target="../tags/tag2.xml"/><Relationship Id="rId4" Type="http://schemas.openxmlformats.org/officeDocument/2006/relationships/tags" Target="../tags/tag3.xml"/><Relationship Id="rId5" Type="http://schemas.openxmlformats.org/officeDocument/2006/relationships/tags" Target="../tags/tag4.xml"/><Relationship Id="rId6" Type="http://schemas.openxmlformats.org/officeDocument/2006/relationships/tags" Target="../tags/tag5.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tags" Target="../tags/tag8.xml"/><Relationship Id="rId5" Type="http://schemas.openxmlformats.org/officeDocument/2006/relationships/tags" Target="../tags/tag9.xml"/><Relationship Id="rId6" Type="http://schemas.openxmlformats.org/officeDocument/2006/relationships/tags" Target="../tags/tag10.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1.xml"/><Relationship Id="rId3" Type="http://schemas.openxmlformats.org/officeDocument/2006/relationships/tags" Target="../tags/tag12.xml"/><Relationship Id="rId4" Type="http://schemas.openxmlformats.org/officeDocument/2006/relationships/tags" Target="../tags/tag13.xml"/><Relationship Id="rId5" Type="http://schemas.openxmlformats.org/officeDocument/2006/relationships/tags" Target="../tags/tag14.xml"/><Relationship Id="rId6" Type="http://schemas.openxmlformats.org/officeDocument/2006/relationships/tags" Target="../tags/tag15.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6.xml"/><Relationship Id="rId3" Type="http://schemas.openxmlformats.org/officeDocument/2006/relationships/tags" Target="../tags/tag17.xml"/><Relationship Id="rId4" Type="http://schemas.openxmlformats.org/officeDocument/2006/relationships/tags" Target="../tags/tag18.xml"/><Relationship Id="rId5" Type="http://schemas.openxmlformats.org/officeDocument/2006/relationships/tags" Target="../tags/tag19.xml"/><Relationship Id="rId6" Type="http://schemas.openxmlformats.org/officeDocument/2006/relationships/tags" Target="../tags/tag20.xml"/><Relationship Id="rId7" Type="http://schemas.openxmlformats.org/officeDocument/2006/relationships/tags" Target="../tags/tag2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22.xml"/><Relationship Id="rId3" Type="http://schemas.openxmlformats.org/officeDocument/2006/relationships/tags" Target="../tags/tag23.xml"/><Relationship Id="rId4" Type="http://schemas.openxmlformats.org/officeDocument/2006/relationships/tags" Target="../tags/tag24.xml"/><Relationship Id="rId5" Type="http://schemas.openxmlformats.org/officeDocument/2006/relationships/tags" Target="../tags/tag25.xml"/><Relationship Id="rId6" Type="http://schemas.openxmlformats.org/officeDocument/2006/relationships/tags" Target="../tags/tag26.xml"/><Relationship Id="rId7" Type="http://schemas.openxmlformats.org/officeDocument/2006/relationships/tags" Target="../tags/tag27.xml"/><Relationship Id="rId8" Type="http://schemas.openxmlformats.org/officeDocument/2006/relationships/tags" Target="../tags/tag28.xml"/><Relationship Id="rId9" Type="http://schemas.openxmlformats.org/officeDocument/2006/relationships/tags" Target="../tags/tag29.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0.xml"/><Relationship Id="rId3" Type="http://schemas.openxmlformats.org/officeDocument/2006/relationships/tags" Target="../tags/tag31.xml"/><Relationship Id="rId4" Type="http://schemas.openxmlformats.org/officeDocument/2006/relationships/tags" Target="../tags/tag32.xml"/><Relationship Id="rId5" Type="http://schemas.openxmlformats.org/officeDocument/2006/relationships/tags" Target="../tags/tag3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4.xml"/><Relationship Id="rId3" Type="http://schemas.openxmlformats.org/officeDocument/2006/relationships/tags" Target="../tags/tag35.xml"/><Relationship Id="rId4" Type="http://schemas.openxmlformats.org/officeDocument/2006/relationships/tags" Target="../tags/tag36.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7.xml"/><Relationship Id="rId3" Type="http://schemas.openxmlformats.org/officeDocument/2006/relationships/tags" Target="../tags/tag38.xml"/><Relationship Id="rId4" Type="http://schemas.openxmlformats.org/officeDocument/2006/relationships/tags" Target="../tags/tag39.xml"/><Relationship Id="rId5" Type="http://schemas.openxmlformats.org/officeDocument/2006/relationships/tags" Target="../tags/tag40.xml"/><Relationship Id="rId6" Type="http://schemas.openxmlformats.org/officeDocument/2006/relationships/tags" Target="../tags/tag41.xml"/><Relationship Id="rId7" Type="http://schemas.openxmlformats.org/officeDocument/2006/relationships/tags" Target="../tags/tag4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3.xml"/><Relationship Id="rId3" Type="http://schemas.openxmlformats.org/officeDocument/2006/relationships/tags" Target="../tags/tag44.xml"/><Relationship Id="rId4" Type="http://schemas.openxmlformats.org/officeDocument/2006/relationships/tags" Target="../tags/tag45.xml"/><Relationship Id="rId5" Type="http://schemas.openxmlformats.org/officeDocument/2006/relationships/tags" Target="../tags/tag46.xml"/><Relationship Id="rId6" Type="http://schemas.openxmlformats.org/officeDocument/2006/relationships/tags" Target="../tags/tag47.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52.xml"/><Relationship Id="rId3" Type="http://schemas.openxmlformats.org/officeDocument/2006/relationships/tags" Target="../tags/tag53.xml"/><Relationship Id="rId4" Type="http://schemas.openxmlformats.org/officeDocument/2006/relationships/tags" Target="../tags/tag54.xml"/><Relationship Id="rId5" Type="http://schemas.openxmlformats.org/officeDocument/2006/relationships/tags" Target="../tags/tag55.xml"/><Relationship Id="rId6" Type="http://schemas.openxmlformats.org/officeDocument/2006/relationships/tags" Target="../tags/tag56.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62.xml"/><Relationship Id="rId3" Type="http://schemas.openxmlformats.org/officeDocument/2006/relationships/tags" Target="../tags/tag63.xml"/><Relationship Id="rId4" Type="http://schemas.openxmlformats.org/officeDocument/2006/relationships/tags" Target="../tags/tag64.xml"/><Relationship Id="rId5" Type="http://schemas.openxmlformats.org/officeDocument/2006/relationships/tags" Target="../tags/tag65.xml"/><Relationship Id="rId6" Type="http://schemas.openxmlformats.org/officeDocument/2006/relationships/tags" Target="../tags/tag66.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67.xml"/><Relationship Id="rId3" Type="http://schemas.openxmlformats.org/officeDocument/2006/relationships/tags" Target="../tags/tag68.xml"/><Relationship Id="rId4" Type="http://schemas.openxmlformats.org/officeDocument/2006/relationships/tags" Target="../tags/tag69.xml"/><Relationship Id="rId5" Type="http://schemas.openxmlformats.org/officeDocument/2006/relationships/tags" Target="../tags/tag70.xml"/><Relationship Id="rId6" Type="http://schemas.openxmlformats.org/officeDocument/2006/relationships/tags" Target="../tags/tag7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72.xml"/><Relationship Id="rId3" Type="http://schemas.openxmlformats.org/officeDocument/2006/relationships/tags" Target="../tags/tag73.xml"/><Relationship Id="rId4" Type="http://schemas.openxmlformats.org/officeDocument/2006/relationships/tags" Target="../tags/tag74.xml"/><Relationship Id="rId5" Type="http://schemas.openxmlformats.org/officeDocument/2006/relationships/tags" Target="../tags/tag75.xml"/><Relationship Id="rId6" Type="http://schemas.openxmlformats.org/officeDocument/2006/relationships/tags" Target="../tags/tag7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77.xml"/><Relationship Id="rId3" Type="http://schemas.openxmlformats.org/officeDocument/2006/relationships/tags" Target="../tags/tag78.xml"/><Relationship Id="rId4" Type="http://schemas.openxmlformats.org/officeDocument/2006/relationships/tags" Target="../tags/tag79.xml"/><Relationship Id="rId5" Type="http://schemas.openxmlformats.org/officeDocument/2006/relationships/tags" Target="../tags/tag80.xml"/><Relationship Id="rId6" Type="http://schemas.openxmlformats.org/officeDocument/2006/relationships/tags" Target="../tags/tag81.xml"/><Relationship Id="rId7" Type="http://schemas.openxmlformats.org/officeDocument/2006/relationships/tags" Target="../tags/tag8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83.xml"/><Relationship Id="rId3" Type="http://schemas.openxmlformats.org/officeDocument/2006/relationships/tags" Target="../tags/tag84.xml"/><Relationship Id="rId4" Type="http://schemas.openxmlformats.org/officeDocument/2006/relationships/tags" Target="../tags/tag85.xml"/><Relationship Id="rId5" Type="http://schemas.openxmlformats.org/officeDocument/2006/relationships/tags" Target="../tags/tag86.xml"/><Relationship Id="rId6" Type="http://schemas.openxmlformats.org/officeDocument/2006/relationships/tags" Target="../tags/tag87.xml"/><Relationship Id="rId7" Type="http://schemas.openxmlformats.org/officeDocument/2006/relationships/tags" Target="../tags/tag88.xml"/><Relationship Id="rId8" Type="http://schemas.openxmlformats.org/officeDocument/2006/relationships/tags" Target="../tags/tag89.xml"/><Relationship Id="rId9" Type="http://schemas.openxmlformats.org/officeDocument/2006/relationships/tags" Target="../tags/tag90.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91.xml"/><Relationship Id="rId3" Type="http://schemas.openxmlformats.org/officeDocument/2006/relationships/tags" Target="../tags/tag92.xml"/><Relationship Id="rId4" Type="http://schemas.openxmlformats.org/officeDocument/2006/relationships/tags" Target="../tags/tag93.xml"/><Relationship Id="rId5" Type="http://schemas.openxmlformats.org/officeDocument/2006/relationships/tags" Target="../tags/tag9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95.xml"/><Relationship Id="rId3" Type="http://schemas.openxmlformats.org/officeDocument/2006/relationships/tags" Target="../tags/tag96.xml"/><Relationship Id="rId4" Type="http://schemas.openxmlformats.org/officeDocument/2006/relationships/tags" Target="../tags/tag97.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98.xml"/><Relationship Id="rId3" Type="http://schemas.openxmlformats.org/officeDocument/2006/relationships/tags" Target="../tags/tag99.xml"/><Relationship Id="rId4" Type="http://schemas.openxmlformats.org/officeDocument/2006/relationships/tags" Target="../tags/tag100.xml"/><Relationship Id="rId5" Type="http://schemas.openxmlformats.org/officeDocument/2006/relationships/tags" Target="../tags/tag101.xml"/><Relationship Id="rId6" Type="http://schemas.openxmlformats.org/officeDocument/2006/relationships/tags" Target="../tags/tag102.xml"/><Relationship Id="rId7" Type="http://schemas.openxmlformats.org/officeDocument/2006/relationships/tags" Target="../tags/tag10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104.xml"/><Relationship Id="rId3" Type="http://schemas.openxmlformats.org/officeDocument/2006/relationships/tags" Target="../tags/tag105.xml"/><Relationship Id="rId4" Type="http://schemas.openxmlformats.org/officeDocument/2006/relationships/tags" Target="../tags/tag106.xml"/><Relationship Id="rId5" Type="http://schemas.openxmlformats.org/officeDocument/2006/relationships/tags" Target="../tags/tag107.xml"/><Relationship Id="rId6" Type="http://schemas.openxmlformats.org/officeDocument/2006/relationships/tags" Target="../tags/tag108.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109.xml"/><Relationship Id="rId3" Type="http://schemas.openxmlformats.org/officeDocument/2006/relationships/tags" Target="../tags/tag110.xml"/><Relationship Id="rId4" Type="http://schemas.openxmlformats.org/officeDocument/2006/relationships/tags" Target="../tags/tag111.xml"/><Relationship Id="rId5" Type="http://schemas.openxmlformats.org/officeDocument/2006/relationships/tags" Target="../tags/tag11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113.xml"/><Relationship Id="rId3" Type="http://schemas.openxmlformats.org/officeDocument/2006/relationships/tags" Target="../tags/tag114.xml"/><Relationship Id="rId4" Type="http://schemas.openxmlformats.org/officeDocument/2006/relationships/tags" Target="../tags/tag115.xml"/><Relationship Id="rId5" Type="http://schemas.openxmlformats.org/officeDocument/2006/relationships/tags" Target="../tags/tag116.xml"/><Relationship Id="rId6" Type="http://schemas.openxmlformats.org/officeDocument/2006/relationships/tags" Target="../tags/tag117.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918" y="914560"/>
            <a:ext cx="9800165" cy="2570850"/>
          </a:xfrm>
        </p:spPr>
        <p:txBody>
          <a:bodyPr lIns="90000" tIns="46800" rIns="90000" bIns="46800" anchor="b" anchorCtr="0">
            <a:normAutofit/>
          </a:bodyPr>
          <a:lstStyle>
            <a:lvl1pPr algn="ctr">
              <a:defRPr sz="6000"/>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918" y="3561023"/>
            <a:ext cx="9800165" cy="1472657"/>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835" indent="0" algn="ctr">
              <a:buNone/>
              <a:defRPr sz="1600"/>
            </a:lvl7pPr>
            <a:lvl8pPr marL="3201035" indent="0" algn="ctr">
              <a:buNone/>
              <a:defRPr sz="1600"/>
            </a:lvl8pPr>
            <a:lvl9pPr marL="3658235"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p:txBody>
          <a:bodyPr/>
          <a:lstStyle/>
          <a:p>
            <a:endParaRPr lang="zh-CN" altLang="en-US"/>
          </a:p>
        </p:txBody>
      </p:sp>
      <p:sp>
        <p:nvSpPr>
          <p:cNvPr id="17" name="页脚占位符 16"/>
          <p:cNvSpPr>
            <a:spLocks noGrp="1"/>
          </p:cNvSpPr>
          <p:nvPr>
            <p:ph type="ftr" sz="quarter" idx="11"/>
            <p:custDataLst>
              <p:tags r:id="rId5"/>
            </p:custDataLst>
          </p:nvPr>
        </p:nvSpPr>
        <p:spPr/>
        <p:txBody>
          <a:bodyPr/>
          <a:lstStyle/>
          <a:p>
            <a:endParaRPr lang="zh-CN" altLang="en-US" dirty="0"/>
          </a:p>
        </p:txBody>
      </p:sp>
      <p:sp>
        <p:nvSpPr>
          <p:cNvPr id="18" name="灯片编号占位符 17"/>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60" y="608506"/>
            <a:ext cx="10970280" cy="705723"/>
          </a:xfrm>
        </p:spPr>
        <p:txBody>
          <a:bodyPr vert="horz" lIns="90000" tIns="46800" rIns="90000" bIns="46800" rtlCol="0" anchor="ctr" anchorCtr="0">
            <a:normAutofit/>
          </a:bodyPr>
          <a:lstStyle/>
          <a:p>
            <a:pPr lvl="0"/>
            <a:r>
              <a:rPr dirty="0">
                <a:sym typeface="SimHei"/>
              </a:rPr>
              <a:t>单击此处编辑母版标题样式</a:t>
            </a:r>
            <a:endParaRPr dirty="0">
              <a:sym typeface="SimHei"/>
            </a:endParaRPr>
          </a:p>
        </p:txBody>
      </p:sp>
      <p:sp>
        <p:nvSpPr>
          <p:cNvPr id="3" name="内容占位符 2"/>
          <p:cNvSpPr>
            <a:spLocks noGrp="1"/>
          </p:cNvSpPr>
          <p:nvPr>
            <p:ph idx="1"/>
            <p:custDataLst>
              <p:tags r:id="rId3"/>
            </p:custDataLst>
          </p:nvPr>
        </p:nvSpPr>
        <p:spPr>
          <a:xfrm>
            <a:off x="608460" y="1490661"/>
            <a:ext cx="10970280" cy="4760033"/>
          </a:xfrm>
        </p:spPr>
        <p:txBody>
          <a:bodyPr vert="horz" lIns="90000" tIns="46800" rIns="90000" bIns="46800" rtlCol="0">
            <a:normAutofit/>
          </a:bodyPr>
          <a:lstStyle/>
          <a:p>
            <a:pPr lvl="0"/>
            <a:r>
              <a:rPr dirty="0">
                <a:sym typeface="SimHei"/>
              </a:rPr>
              <a:t>单击此处编辑母版文本样式</a:t>
            </a:r>
            <a:endParaRPr dirty="0">
              <a:sym typeface="SimHei"/>
            </a:endParaRPr>
          </a:p>
          <a:p>
            <a:pPr lvl="1"/>
            <a:r>
              <a:rPr dirty="0">
                <a:sym typeface="SimHei"/>
              </a:rPr>
              <a:t>第二级</a:t>
            </a:r>
            <a:endParaRPr dirty="0">
              <a:sym typeface="SimHei"/>
            </a:endParaRPr>
          </a:p>
          <a:p>
            <a:pPr lvl="2"/>
            <a:r>
              <a:rPr dirty="0">
                <a:sym typeface="SimHei"/>
              </a:rPr>
              <a:t>第三级</a:t>
            </a:r>
            <a:endParaRPr dirty="0">
              <a:sym typeface="SimHei"/>
            </a:endParaRPr>
          </a:p>
          <a:p>
            <a:pPr lvl="3"/>
            <a:r>
              <a:rPr dirty="0">
                <a:sym typeface="SimHei"/>
              </a:rPr>
              <a:t>第四级</a:t>
            </a:r>
            <a:endParaRPr dirty="0">
              <a:sym typeface="SimHei"/>
            </a:endParaRPr>
          </a:p>
          <a:p>
            <a:pPr lvl="4"/>
            <a:r>
              <a:rPr dirty="0">
                <a:sym typeface="SimHei"/>
              </a:rPr>
              <a:t>第五级</a:t>
            </a:r>
            <a:endParaRPr dirty="0">
              <a:sym typeface="SimHei"/>
            </a:endParaRPr>
          </a:p>
        </p:txBody>
      </p:sp>
      <p:sp>
        <p:nvSpPr>
          <p:cNvPr id="4" name="日期占位符 3"/>
          <p:cNvSpPr>
            <a:spLocks noGrp="1"/>
          </p:cNvSpPr>
          <p:nvPr>
            <p:ph type="dt" sz="half" idx="10"/>
            <p:custDataLst>
              <p:tags r:id="rId4"/>
            </p:custDataLst>
          </p:nvPr>
        </p:nvSpPr>
        <p:spPr/>
        <p:txBody>
          <a:bodyPr/>
          <a:lstStyle/>
          <a:p>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996" y="3849073"/>
            <a:ext cx="7769565" cy="766934"/>
          </a:xfrm>
        </p:spPr>
        <p:txBody>
          <a:bodyPr lIns="90000" tIns="46800" rIns="90000" bIns="46800" anchor="b" anchorCtr="0">
            <a:normAutofit/>
          </a:bodyPr>
          <a:lstStyle>
            <a:lvl1pPr>
              <a:defRPr sz="4400"/>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996" y="4616007"/>
            <a:ext cx="7769565" cy="867751"/>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835" indent="0">
              <a:buNone/>
              <a:defRPr sz="1600">
                <a:solidFill>
                  <a:schemeClr val="tx1">
                    <a:tint val="75000"/>
                  </a:schemeClr>
                </a:solidFill>
              </a:defRPr>
            </a:lvl7pPr>
            <a:lvl8pPr marL="3201035" indent="0">
              <a:buNone/>
              <a:defRPr sz="1600">
                <a:solidFill>
                  <a:schemeClr val="tx1">
                    <a:tint val="75000"/>
                  </a:schemeClr>
                </a:solidFill>
              </a:defRPr>
            </a:lvl8pPr>
            <a:lvl9pPr marL="3658235"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p:txBody>
          <a:bodyPr/>
          <a:lstStyle/>
          <a:p>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60" y="608506"/>
            <a:ext cx="10970280" cy="705723"/>
          </a:xfrm>
        </p:spPr>
        <p:txBody>
          <a:bodyPr vert="horz" lIns="90000" tIns="46800" rIns="90000" bIns="46800" rtlCol="0" anchor="ctr" anchorCtr="0">
            <a:normAutofit/>
          </a:bodyPr>
          <a:lstStyle/>
          <a:p>
            <a:pPr lvl="0"/>
            <a:r>
              <a:rPr dirty="0">
                <a:sym typeface="SimHei"/>
              </a:rPr>
              <a:t>单击此处编辑母版标题样式</a:t>
            </a:r>
            <a:endParaRPr dirty="0">
              <a:sym typeface="SimHei"/>
            </a:endParaRPr>
          </a:p>
        </p:txBody>
      </p:sp>
      <p:sp>
        <p:nvSpPr>
          <p:cNvPr id="3" name="内容占位符 2"/>
          <p:cNvSpPr>
            <a:spLocks noGrp="1"/>
          </p:cNvSpPr>
          <p:nvPr>
            <p:ph sz="half" idx="1"/>
            <p:custDataLst>
              <p:tags r:id="rId3"/>
            </p:custDataLst>
          </p:nvPr>
        </p:nvSpPr>
        <p:spPr>
          <a:xfrm>
            <a:off x="608460" y="1501463"/>
            <a:ext cx="5177310" cy="4749231"/>
          </a:xfrm>
        </p:spPr>
        <p:txBody>
          <a:bodyPr vert="horz" lIns="90000" tIns="46800" rIns="90000" bIns="46800" rtlCol="0">
            <a:normAutofit/>
          </a:bodyPr>
          <a:lstStyle/>
          <a:p>
            <a:pPr lvl="0"/>
            <a:r>
              <a:rPr dirty="0">
                <a:sym typeface="SimHei"/>
              </a:rPr>
              <a:t>单击此处编辑母版文本样式</a:t>
            </a:r>
            <a:endParaRPr dirty="0">
              <a:sym typeface="SimHei"/>
            </a:endParaRPr>
          </a:p>
          <a:p>
            <a:pPr lvl="1"/>
            <a:r>
              <a:rPr dirty="0">
                <a:sym typeface="SimHei"/>
              </a:rPr>
              <a:t>第二级</a:t>
            </a:r>
            <a:endParaRPr dirty="0">
              <a:sym typeface="SimHei"/>
            </a:endParaRPr>
          </a:p>
          <a:p>
            <a:pPr lvl="2"/>
            <a:r>
              <a:rPr dirty="0">
                <a:sym typeface="SimHei"/>
              </a:rPr>
              <a:t>第三级</a:t>
            </a:r>
            <a:endParaRPr dirty="0">
              <a:sym typeface="SimHei"/>
            </a:endParaRPr>
          </a:p>
          <a:p>
            <a:pPr lvl="3"/>
            <a:r>
              <a:rPr dirty="0">
                <a:sym typeface="SimHei"/>
              </a:rPr>
              <a:t>第四级</a:t>
            </a:r>
            <a:endParaRPr dirty="0">
              <a:sym typeface="SimHei"/>
            </a:endParaRPr>
          </a:p>
          <a:p>
            <a:pPr lvl="4"/>
            <a:r>
              <a:rPr dirty="0">
                <a:sym typeface="SimHei"/>
              </a:rPr>
              <a:t>第五级</a:t>
            </a:r>
            <a:endParaRPr dirty="0">
              <a:sym typeface="SimHei"/>
            </a:endParaRPr>
          </a:p>
        </p:txBody>
      </p:sp>
      <p:sp>
        <p:nvSpPr>
          <p:cNvPr id="4" name="内容占位符 3"/>
          <p:cNvSpPr>
            <a:spLocks noGrp="1"/>
          </p:cNvSpPr>
          <p:nvPr>
            <p:ph sz="half" idx="2"/>
            <p:custDataLst>
              <p:tags r:id="rId4"/>
            </p:custDataLst>
          </p:nvPr>
        </p:nvSpPr>
        <p:spPr>
          <a:xfrm>
            <a:off x="6412231" y="1501463"/>
            <a:ext cx="5177310" cy="4749231"/>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60" y="608506"/>
            <a:ext cx="10970280" cy="705723"/>
          </a:xfrm>
        </p:spPr>
        <p:txBody>
          <a:bodyPr vert="horz" lIns="90000" tIns="46800" rIns="90000" bIns="46800" rtlCol="0" anchor="ctr" anchorCtr="0">
            <a:normAutofit/>
          </a:bodyPr>
          <a:lstStyle/>
          <a:p>
            <a:pPr lvl="0"/>
            <a:r>
              <a:rPr dirty="0">
                <a:sym typeface="SimHei"/>
              </a:rPr>
              <a:t>单击此处编辑母版标题样式</a:t>
            </a:r>
            <a:endParaRPr dirty="0">
              <a:sym typeface="SimHei"/>
            </a:endParaRPr>
          </a:p>
        </p:txBody>
      </p:sp>
      <p:sp>
        <p:nvSpPr>
          <p:cNvPr id="3" name="文本占位符 2"/>
          <p:cNvSpPr>
            <a:spLocks noGrp="1"/>
          </p:cNvSpPr>
          <p:nvPr>
            <p:ph type="body" idx="1" hasCustomPrompt="1"/>
            <p:custDataLst>
              <p:tags r:id="rId3"/>
            </p:custDataLst>
          </p:nvPr>
        </p:nvSpPr>
        <p:spPr>
          <a:xfrm>
            <a:off x="608460" y="1429450"/>
            <a:ext cx="5342926" cy="381666"/>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835" indent="0">
              <a:buNone/>
              <a:defRPr sz="1600" b="1"/>
            </a:lvl7pPr>
            <a:lvl8pPr marL="3201035" indent="0">
              <a:buNone/>
              <a:defRPr sz="1600" b="1"/>
            </a:lvl8pPr>
            <a:lvl9pPr marL="3658235"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60" y="1854325"/>
            <a:ext cx="5342926" cy="4396369"/>
          </a:xfrm>
        </p:spPr>
        <p:txBody>
          <a:bodyPr vert="horz" lIns="101600" tIns="0" rIns="82550" bIns="0" rtlCol="0">
            <a:normAutofit/>
          </a:bodyPr>
          <a:lstStyle/>
          <a:p>
            <a:pPr lvl="0"/>
            <a:r>
              <a:rPr dirty="0">
                <a:sym typeface="SimHei"/>
              </a:rPr>
              <a:t>单击此处编辑母版文本样式</a:t>
            </a:r>
            <a:endParaRPr dirty="0">
              <a:sym typeface="SimHei"/>
            </a:endParaRPr>
          </a:p>
          <a:p>
            <a:pPr lvl="1"/>
            <a:r>
              <a:rPr dirty="0">
                <a:sym typeface="SimHei"/>
              </a:rPr>
              <a:t>第二级</a:t>
            </a:r>
            <a:endParaRPr dirty="0">
              <a:sym typeface="SimHei"/>
            </a:endParaRPr>
          </a:p>
          <a:p>
            <a:pPr lvl="2"/>
            <a:r>
              <a:rPr dirty="0">
                <a:sym typeface="SimHei"/>
              </a:rPr>
              <a:t>第三级</a:t>
            </a:r>
            <a:endParaRPr dirty="0">
              <a:sym typeface="SimHei"/>
            </a:endParaRPr>
          </a:p>
          <a:p>
            <a:pPr lvl="3"/>
            <a:r>
              <a:rPr dirty="0">
                <a:sym typeface="SimHei"/>
              </a:rPr>
              <a:t>第四级</a:t>
            </a:r>
            <a:endParaRPr dirty="0">
              <a:sym typeface="SimHei"/>
            </a:endParaRPr>
          </a:p>
          <a:p>
            <a:pPr lvl="4"/>
            <a:r>
              <a:rPr dirty="0">
                <a:sym typeface="SimHei"/>
              </a:rPr>
              <a:t>第五级</a:t>
            </a:r>
            <a:endParaRPr dirty="0">
              <a:sym typeface="SimHei"/>
            </a:endParaRPr>
          </a:p>
        </p:txBody>
      </p:sp>
      <p:sp>
        <p:nvSpPr>
          <p:cNvPr id="5" name="文本占位符 4"/>
          <p:cNvSpPr>
            <a:spLocks noGrp="1"/>
          </p:cNvSpPr>
          <p:nvPr>
            <p:ph type="body" sz="quarter" idx="3" hasCustomPrompt="1"/>
            <p:custDataLst>
              <p:tags r:id="rId5"/>
            </p:custDataLst>
          </p:nvPr>
        </p:nvSpPr>
        <p:spPr>
          <a:xfrm>
            <a:off x="6236365" y="1421977"/>
            <a:ext cx="5342926" cy="381666"/>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835" indent="0">
              <a:buNone/>
              <a:defRPr sz="1600" b="1"/>
            </a:lvl7pPr>
            <a:lvl8pPr marL="3201035" indent="0">
              <a:buNone/>
              <a:defRPr sz="1600" b="1"/>
            </a:lvl8pPr>
            <a:lvl9pPr marL="3658235" indent="0">
              <a:buNone/>
              <a:defRPr sz="1600" b="1"/>
            </a:lvl9pPr>
          </a:lstStyle>
          <a:p>
            <a:pPr lvl="0"/>
            <a:r>
              <a:rPr>
                <a:sym typeface="SimHei"/>
              </a:rPr>
              <a:t>单击此处编辑文本</a:t>
            </a:r>
            <a:endParaRPr>
              <a:sym typeface="SimHei"/>
            </a:endParaRPr>
          </a:p>
        </p:txBody>
      </p:sp>
      <p:sp>
        <p:nvSpPr>
          <p:cNvPr id="6" name="内容占位符 5"/>
          <p:cNvSpPr>
            <a:spLocks noGrp="1"/>
          </p:cNvSpPr>
          <p:nvPr>
            <p:ph sz="quarter" idx="4"/>
            <p:custDataLst>
              <p:tags r:id="rId6"/>
            </p:custDataLst>
          </p:nvPr>
        </p:nvSpPr>
        <p:spPr>
          <a:xfrm>
            <a:off x="6236365" y="1854325"/>
            <a:ext cx="5342926" cy="4396369"/>
          </a:xfrm>
        </p:spPr>
        <p:txBody>
          <a:bodyPr vert="horz" lIns="101600" tIns="0" rIns="82550" bIns="0" rtlCol="0">
            <a:normAutofit/>
          </a:bodyPr>
          <a:lstStyle/>
          <a:p>
            <a:pPr lvl="0"/>
            <a:r>
              <a:rPr dirty="0">
                <a:sym typeface="SimHei"/>
              </a:rPr>
              <a:t>单击此处编辑母版文本样式</a:t>
            </a:r>
            <a:endParaRPr dirty="0">
              <a:sym typeface="SimHei"/>
            </a:endParaRPr>
          </a:p>
          <a:p>
            <a:pPr lvl="1"/>
            <a:r>
              <a:rPr dirty="0">
                <a:sym typeface="SimHei"/>
              </a:rPr>
              <a:t>第二级</a:t>
            </a:r>
            <a:endParaRPr dirty="0">
              <a:sym typeface="SimHei"/>
            </a:endParaRPr>
          </a:p>
          <a:p>
            <a:pPr lvl="2"/>
            <a:r>
              <a:rPr dirty="0">
                <a:sym typeface="SimHei"/>
              </a:rPr>
              <a:t>第三级</a:t>
            </a:r>
            <a:endParaRPr dirty="0">
              <a:sym typeface="SimHei"/>
            </a:endParaRPr>
          </a:p>
          <a:p>
            <a:pPr lvl="3"/>
            <a:r>
              <a:rPr dirty="0">
                <a:sym typeface="SimHei"/>
              </a:rPr>
              <a:t>第四级</a:t>
            </a:r>
            <a:endParaRPr dirty="0">
              <a:sym typeface="SimHei"/>
            </a:endParaRPr>
          </a:p>
          <a:p>
            <a:pPr lvl="4"/>
            <a:r>
              <a:rPr dirty="0">
                <a:sym typeface="SimHei"/>
              </a:rPr>
              <a:t>第五级</a:t>
            </a:r>
            <a:endParaRPr dirty="0">
              <a:sym typeface="SimHei"/>
            </a:endParaRPr>
          </a:p>
        </p:txBody>
      </p:sp>
      <p:sp>
        <p:nvSpPr>
          <p:cNvPr id="7" name="日期占位符 6"/>
          <p:cNvSpPr>
            <a:spLocks noGrp="1"/>
          </p:cNvSpPr>
          <p:nvPr>
            <p:ph type="dt" sz="half" idx="10"/>
            <p:custDataLst>
              <p:tags r:id="rId7"/>
            </p:custDataLst>
          </p:nvPr>
        </p:nvSpPr>
        <p:spPr/>
        <p:txBody>
          <a:bodyPr/>
          <a:lstStyle/>
          <a:p>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60" y="608506"/>
            <a:ext cx="10970280" cy="705723"/>
          </a:xfrm>
        </p:spPr>
        <p:txBody>
          <a:bodyPr vert="horz" lIns="90000" tIns="46800" rIns="90000" bIns="46800" rtlCol="0" anchor="ctr" anchorCtr="0">
            <a:normAutofit/>
          </a:bodyPr>
          <a:lstStyle/>
          <a:p>
            <a:pPr lvl="0"/>
            <a:r>
              <a:rPr>
                <a:sym typeface="SimHei"/>
              </a:rPr>
              <a:t>单击此处编辑母版标题样式</a:t>
            </a:r>
            <a:endParaRPr>
              <a:sym typeface="SimHei"/>
            </a:endParaRPr>
          </a:p>
        </p:txBody>
      </p:sp>
      <p:sp>
        <p:nvSpPr>
          <p:cNvPr id="3" name="日期占位符 2"/>
          <p:cNvSpPr>
            <a:spLocks noGrp="1"/>
          </p:cNvSpPr>
          <p:nvPr>
            <p:ph type="dt" sz="half" idx="10"/>
            <p:custDataLst>
              <p:tags r:id="rId3"/>
            </p:custDataLst>
          </p:nvPr>
        </p:nvSpPr>
        <p:spPr/>
        <p:txBody>
          <a:bodyPr/>
          <a:lstStyle/>
          <a:p>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5" name="Rectangle 68"/>
          <p:cNvSpPr>
            <a:spLocks noChangeArrowheads="1"/>
          </p:cNvSpPr>
          <p:nvPr userDrawn="1"/>
        </p:nvSpPr>
        <p:spPr bwMode="auto">
          <a:xfrm>
            <a:off x="0" y="647700"/>
            <a:ext cx="12192000" cy="44450"/>
          </a:xfrm>
          <a:prstGeom prst="rect">
            <a:avLst/>
          </a:prstGeom>
          <a:gradFill flip="none" rotWithShape="1">
            <a:gsLst>
              <a:gs pos="87000">
                <a:srgbClr val="0033CC"/>
              </a:gs>
              <a:gs pos="1000">
                <a:srgbClr val="C00000"/>
              </a:gs>
              <a:gs pos="0">
                <a:srgbClr val="C00000"/>
              </a:gs>
            </a:gsLst>
            <a:lin ang="0" scaled="1"/>
            <a:tileRect/>
          </a:gradFill>
          <a:ln w="9525">
            <a:noFill/>
            <a:miter lim="800000"/>
          </a:ln>
        </p:spPr>
        <p:txBody>
          <a:bodyPr wrap="none" anchor="ctr"/>
          <a:lstStyle>
            <a:lvl1pPr>
              <a:defRPr kumimoji="1" sz="2400" b="1">
                <a:solidFill>
                  <a:schemeClr val="tx1"/>
                </a:solidFill>
                <a:latin typeface="SimHei" panose="02020603050405020304" pitchFamily="18" charset="0"/>
                <a:ea typeface="SimHei" panose="02010609030101010101" pitchFamily="49" charset="-122"/>
              </a:defRPr>
            </a:lvl1pPr>
            <a:lvl2pPr marL="742950" indent="-285750">
              <a:defRPr kumimoji="1" sz="2400" b="1">
                <a:solidFill>
                  <a:schemeClr val="tx1"/>
                </a:solidFill>
                <a:latin typeface="SimHei" panose="02020603050405020304" pitchFamily="18" charset="0"/>
                <a:ea typeface="SimHei" panose="02010609030101010101" pitchFamily="49" charset="-122"/>
              </a:defRPr>
            </a:lvl2pPr>
            <a:lvl3pPr marL="1143000" indent="-228600">
              <a:defRPr kumimoji="1" sz="2400" b="1">
                <a:solidFill>
                  <a:schemeClr val="tx1"/>
                </a:solidFill>
                <a:latin typeface="SimHei" panose="02020603050405020304" pitchFamily="18" charset="0"/>
                <a:ea typeface="SimHei" panose="02010609030101010101" pitchFamily="49" charset="-122"/>
              </a:defRPr>
            </a:lvl3pPr>
            <a:lvl4pPr marL="1600200" indent="-228600">
              <a:defRPr kumimoji="1" sz="2400" b="1">
                <a:solidFill>
                  <a:schemeClr val="tx1"/>
                </a:solidFill>
                <a:latin typeface="SimHei" panose="02020603050405020304" pitchFamily="18" charset="0"/>
                <a:ea typeface="SimHei" panose="02010609030101010101" pitchFamily="49" charset="-122"/>
              </a:defRPr>
            </a:lvl4pPr>
            <a:lvl5pPr marL="2057400" indent="-228600">
              <a:defRPr kumimoji="1" sz="2400" b="1">
                <a:solidFill>
                  <a:schemeClr val="tx1"/>
                </a:solidFill>
                <a:latin typeface="SimHei" panose="02020603050405020304" pitchFamily="18" charset="0"/>
                <a:ea typeface="SimHei" panose="02010609030101010101" pitchFamily="49" charset="-122"/>
              </a:defRPr>
            </a:lvl5pPr>
            <a:lvl6pPr marL="25146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6pPr>
            <a:lvl7pPr marL="29718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7pPr>
            <a:lvl8pPr marL="34290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8pPr>
            <a:lvl9pPr marL="38862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9pPr>
          </a:lstStyle>
          <a:p>
            <a:pPr algn="ctr" eaLnBrk="1" hangingPunct="1">
              <a:defRPr/>
            </a:pPr>
            <a:endParaRPr lang="zh-CN" altLang="en-US" sz="24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60" y="1555472"/>
            <a:ext cx="5233593" cy="4608807"/>
          </a:xfrm>
        </p:spPr>
        <p:txBody>
          <a:bodyPr vert="horz" lIns="90000" tIns="46800" rIns="90000" bIns="46800" rtlCol="0">
            <a:normAutofit/>
          </a:bodyPr>
          <a:lstStyle>
            <a:lvl1pPr>
              <a:buNone/>
              <a:defRPr sz="1600"/>
            </a:lvl1pPr>
          </a:lstStyle>
          <a:p>
            <a:pPr lvl="0"/>
            <a:endParaRPr dirty="0">
              <a:sym typeface="SimHei"/>
            </a:endParaRPr>
          </a:p>
        </p:txBody>
      </p:sp>
      <p:sp>
        <p:nvSpPr>
          <p:cNvPr id="4" name="文本占位符 3"/>
          <p:cNvSpPr>
            <a:spLocks noGrp="1"/>
          </p:cNvSpPr>
          <p:nvPr>
            <p:ph type="body" sz="half" idx="2"/>
            <p:custDataLst>
              <p:tags r:id="rId3"/>
            </p:custDataLst>
          </p:nvPr>
        </p:nvSpPr>
        <p:spPr>
          <a:xfrm>
            <a:off x="6351025" y="1555472"/>
            <a:ext cx="5227715" cy="4608807"/>
          </a:xfrm>
        </p:spPr>
        <p:txBody>
          <a:bodyPr vert="horz" lIns="90000" tIns="46800" rIns="90000" bIns="46800" rtlCol="0">
            <a:normAutofit/>
          </a:bodyPr>
          <a:lstStyle>
            <a:lvl1pPr>
              <a:buNone/>
              <a:defRPr sz="1600"/>
            </a:lvl1pPr>
          </a:lstStyle>
          <a:p>
            <a:pPr lvl="0"/>
            <a:r>
              <a:rPr dirty="0">
                <a:sym typeface="SimHei"/>
              </a:rPr>
              <a:t>单击此处编辑母版文本样式</a:t>
            </a:r>
            <a:endParaRPr dirty="0">
              <a:sym typeface="SimHei"/>
            </a:endParaRPr>
          </a:p>
        </p:txBody>
      </p:sp>
      <p:sp>
        <p:nvSpPr>
          <p:cNvPr id="5" name="日期占位符 4"/>
          <p:cNvSpPr>
            <a:spLocks noGrp="1"/>
          </p:cNvSpPr>
          <p:nvPr>
            <p:ph type="dt" sz="half" idx="10"/>
            <p:custDataLst>
              <p:tags r:id="rId4"/>
            </p:custDataLst>
          </p:nvPr>
        </p:nvSpPr>
        <p:spPr/>
        <p:txBody>
          <a:bodyPr/>
          <a:lstStyle/>
          <a:p>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p:txBody>
          <a:bodyPr/>
          <a:lstStyle/>
          <a:p>
            <a:r>
              <a:rPr lang="zh-CN" altLang="en-US"/>
              <a:t>单击此处编辑母版标题样式</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5808" y="914560"/>
            <a:ext cx="1044103" cy="5030080"/>
          </a:xfrm>
        </p:spPr>
        <p:txBody>
          <a:bodyPr vert="eaVert" lIns="90000" tIns="46800" rIns="90000" bIns="46800" rtlCol="0" anchor="ctr" anchorCtr="0">
            <a:normAutofit/>
          </a:bodyPr>
          <a:lstStyle>
            <a:lvl1pPr>
              <a:buNone/>
              <a:defRPr sz="2800"/>
            </a:lvl1pPr>
          </a:lstStyle>
          <a:p>
            <a:pPr lvl="0"/>
            <a:r>
              <a:rPr dirty="0">
                <a:sym typeface="SimHei"/>
              </a:rPr>
              <a:t>单击此处编辑标题</a:t>
            </a:r>
            <a:endParaRPr dirty="0">
              <a:sym typeface="SimHei"/>
            </a:endParaRPr>
          </a:p>
        </p:txBody>
      </p:sp>
      <p:sp>
        <p:nvSpPr>
          <p:cNvPr id="3" name="竖排文字占位符 2"/>
          <p:cNvSpPr>
            <a:spLocks noGrp="1"/>
          </p:cNvSpPr>
          <p:nvPr>
            <p:ph type="body" orient="vert" idx="1"/>
            <p:custDataLst>
              <p:tags r:id="rId3"/>
            </p:custDataLst>
          </p:nvPr>
        </p:nvSpPr>
        <p:spPr>
          <a:xfrm>
            <a:off x="914490" y="914560"/>
            <a:ext cx="9170103" cy="503008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60" y="774136"/>
            <a:ext cx="10973880" cy="548376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6" name="Rectangle 68"/>
          <p:cNvSpPr>
            <a:spLocks noChangeArrowheads="1"/>
          </p:cNvSpPr>
          <p:nvPr userDrawn="1"/>
        </p:nvSpPr>
        <p:spPr bwMode="auto">
          <a:xfrm>
            <a:off x="0" y="647700"/>
            <a:ext cx="12192000" cy="44450"/>
          </a:xfrm>
          <a:prstGeom prst="rect">
            <a:avLst/>
          </a:prstGeom>
          <a:gradFill flip="none" rotWithShape="1">
            <a:gsLst>
              <a:gs pos="87000">
                <a:srgbClr val="0033CC"/>
              </a:gs>
              <a:gs pos="1000">
                <a:srgbClr val="C00000"/>
              </a:gs>
              <a:gs pos="0">
                <a:srgbClr val="C00000"/>
              </a:gs>
            </a:gsLst>
            <a:lin ang="0" scaled="1"/>
            <a:tileRect/>
          </a:gradFill>
          <a:ln w="9525">
            <a:noFill/>
            <a:miter lim="800000"/>
          </a:ln>
        </p:spPr>
        <p:txBody>
          <a:bodyPr wrap="none" anchor="ctr"/>
          <a:lstStyle>
            <a:lvl1pPr>
              <a:defRPr kumimoji="1" sz="2400" b="1">
                <a:solidFill>
                  <a:schemeClr val="tx1"/>
                </a:solidFill>
                <a:latin typeface="SimHei" panose="02020603050405020304" pitchFamily="18" charset="0"/>
                <a:ea typeface="SimHei" panose="02010609030101010101" pitchFamily="49" charset="-122"/>
              </a:defRPr>
            </a:lvl1pPr>
            <a:lvl2pPr marL="742950" indent="-285750">
              <a:defRPr kumimoji="1" sz="2400" b="1">
                <a:solidFill>
                  <a:schemeClr val="tx1"/>
                </a:solidFill>
                <a:latin typeface="SimHei" panose="02020603050405020304" pitchFamily="18" charset="0"/>
                <a:ea typeface="SimHei" panose="02010609030101010101" pitchFamily="49" charset="-122"/>
              </a:defRPr>
            </a:lvl2pPr>
            <a:lvl3pPr marL="1143000" indent="-228600">
              <a:defRPr kumimoji="1" sz="2400" b="1">
                <a:solidFill>
                  <a:schemeClr val="tx1"/>
                </a:solidFill>
                <a:latin typeface="SimHei" panose="02020603050405020304" pitchFamily="18" charset="0"/>
                <a:ea typeface="SimHei" panose="02010609030101010101" pitchFamily="49" charset="-122"/>
              </a:defRPr>
            </a:lvl3pPr>
            <a:lvl4pPr marL="1600200" indent="-228600">
              <a:defRPr kumimoji="1" sz="2400" b="1">
                <a:solidFill>
                  <a:schemeClr val="tx1"/>
                </a:solidFill>
                <a:latin typeface="SimHei" panose="02020603050405020304" pitchFamily="18" charset="0"/>
                <a:ea typeface="SimHei" panose="02010609030101010101" pitchFamily="49" charset="-122"/>
              </a:defRPr>
            </a:lvl4pPr>
            <a:lvl5pPr marL="2057400" indent="-228600">
              <a:defRPr kumimoji="1" sz="2400" b="1">
                <a:solidFill>
                  <a:schemeClr val="tx1"/>
                </a:solidFill>
                <a:latin typeface="SimHei" panose="02020603050405020304" pitchFamily="18" charset="0"/>
                <a:ea typeface="SimHei" panose="02010609030101010101" pitchFamily="49" charset="-122"/>
              </a:defRPr>
            </a:lvl5pPr>
            <a:lvl6pPr marL="25146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6pPr>
            <a:lvl7pPr marL="29718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7pPr>
            <a:lvl8pPr marL="34290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8pPr>
            <a:lvl9pPr marL="38862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9pPr>
          </a:lstStyle>
          <a:p>
            <a:pPr algn="ctr" eaLnBrk="1" hangingPunct="1">
              <a:defRPr/>
            </a:pPr>
            <a:endParaRPr lang="zh-CN" altLang="en-US" sz="240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918" y="2484435"/>
            <a:ext cx="9800165" cy="1018978"/>
          </a:xfrm>
        </p:spPr>
        <p:txBody>
          <a:bodyPr vert="horz" lIns="90000" tIns="46800" rIns="90000" bIns="46800" rtlCol="0" anchor="t" anchorCtr="0">
            <a:normAutofit/>
          </a:bodyPr>
          <a:lstStyle>
            <a:lvl1pPr algn="ctr">
              <a:defRPr sz="6000"/>
            </a:lvl1pPr>
          </a:lstStyle>
          <a:p>
            <a:pPr lvl="0"/>
            <a:r>
              <a:rPr>
                <a:sym typeface="SimHei"/>
              </a:rPr>
              <a:t>单击此处编辑标题</a:t>
            </a:r>
            <a:endParaRPr>
              <a:sym typeface="SimHei"/>
            </a:endParaRPr>
          </a:p>
        </p:txBody>
      </p:sp>
      <p:sp>
        <p:nvSpPr>
          <p:cNvPr id="7" name="文本占位符 6"/>
          <p:cNvSpPr>
            <a:spLocks noGrp="1"/>
          </p:cNvSpPr>
          <p:nvPr>
            <p:ph type="body" sz="quarter" idx="13"/>
            <p:custDataLst>
              <p:tags r:id="rId6"/>
            </p:custDataLst>
          </p:nvPr>
        </p:nvSpPr>
        <p:spPr>
          <a:xfrm>
            <a:off x="1198918" y="3561023"/>
            <a:ext cx="9800165" cy="471683"/>
          </a:xfrm>
        </p:spPr>
        <p:txBody>
          <a:bodyPr lIns="90000" tIns="46800" rIns="90000" bIns="46800">
            <a:normAutofit/>
          </a:bodyPr>
          <a:lstStyle>
            <a:lvl1pPr algn="ctr">
              <a:lnSpc>
                <a:spcPct val="110000"/>
              </a:lnSpc>
              <a:buNone/>
              <a:defRPr sz="2400" spc="200"/>
            </a:lvl1pPr>
          </a:lstStyle>
          <a:p>
            <a:pPr lvl="0"/>
            <a:r>
              <a:rPr lang="zh-CN" altLang="en-US" dirty="0"/>
              <a:t>单击此处编辑母版文本样式</a:t>
            </a:r>
            <a:endParaRPr lang="zh-CN" alt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标题幻灯片">
    <p:bg>
      <p:bgPr>
        <a:solidFill>
          <a:schemeClr val="bg1"/>
        </a:solidFill>
        <a:effectLst/>
      </p:bgPr>
    </p:bg>
    <p:spTree>
      <p:nvGrpSpPr>
        <p:cNvPr id="1" name=""/>
        <p:cNvGrpSpPr/>
        <p:nvPr/>
      </p:nvGrpSpPr>
      <p:grpSpPr>
        <a:xfrm>
          <a:off x="0" y="0"/>
          <a:ext cx="0" cy="0"/>
          <a:chOff x="0" y="0"/>
          <a:chExt cx="0" cy="0"/>
        </a:xfrm>
      </p:grpSpPr>
      <p:grpSp>
        <p:nvGrpSpPr>
          <p:cNvPr id="4" name="组合 3"/>
          <p:cNvGrpSpPr/>
          <p:nvPr userDrawn="1"/>
        </p:nvGrpSpPr>
        <p:grpSpPr>
          <a:xfrm>
            <a:off x="394159" y="310888"/>
            <a:ext cx="682341" cy="539179"/>
            <a:chOff x="1801006" y="1526207"/>
            <a:chExt cx="1242672" cy="981947"/>
          </a:xfrm>
        </p:grpSpPr>
        <p:sp>
          <p:nvSpPr>
            <p:cNvPr id="5" name="矩形 4"/>
            <p:cNvSpPr/>
            <p:nvPr userDrawn="1"/>
          </p:nvSpPr>
          <p:spPr>
            <a:xfrm>
              <a:off x="2224301" y="1732937"/>
              <a:ext cx="819377" cy="695740"/>
            </a:xfrm>
            <a:prstGeom prst="rect">
              <a:avLst/>
            </a:prstGeom>
            <a:solidFill>
              <a:srgbClr val="89DFF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SimHei" panose="020B0604020202020204"/>
                <a:ea typeface="SimHei" panose="02010609060101010101" pitchFamily="49" charset="-122"/>
                <a:cs typeface="SimHei"/>
              </a:endParaRPr>
            </a:p>
          </p:txBody>
        </p:sp>
        <p:sp>
          <p:nvSpPr>
            <p:cNvPr id="6" name="任意多边形 13"/>
            <p:cNvSpPr/>
            <p:nvPr userDrawn="1"/>
          </p:nvSpPr>
          <p:spPr>
            <a:xfrm>
              <a:off x="1801006" y="1526207"/>
              <a:ext cx="1063935" cy="981947"/>
            </a:xfrm>
            <a:custGeom>
              <a:avLst/>
              <a:gdLst>
                <a:gd name="connsiteX0" fmla="*/ 0 w 2864941"/>
                <a:gd name="connsiteY0" fmla="*/ 0 h 981947"/>
                <a:gd name="connsiteX1" fmla="*/ 2864941 w 2864941"/>
                <a:gd name="connsiteY1" fmla="*/ 0 h 981947"/>
                <a:gd name="connsiteX2" fmla="*/ 2041802 w 2864941"/>
                <a:gd name="connsiteY2" fmla="*/ 981947 h 981947"/>
                <a:gd name="connsiteX3" fmla="*/ 0 w 2864941"/>
                <a:gd name="connsiteY3" fmla="*/ 981947 h 981947"/>
              </a:gdLst>
              <a:ahLst/>
              <a:cxnLst>
                <a:cxn ang="0">
                  <a:pos x="connsiteX0" y="connsiteY0"/>
                </a:cxn>
                <a:cxn ang="0">
                  <a:pos x="connsiteX1" y="connsiteY1"/>
                </a:cxn>
                <a:cxn ang="0">
                  <a:pos x="connsiteX2" y="connsiteY2"/>
                </a:cxn>
                <a:cxn ang="0">
                  <a:pos x="connsiteX3" y="connsiteY3"/>
                </a:cxn>
              </a:cxnLst>
              <a:rect l="l" t="t" r="r" b="b"/>
              <a:pathLst>
                <a:path w="2864941" h="981947">
                  <a:moveTo>
                    <a:pt x="0" y="0"/>
                  </a:moveTo>
                  <a:lnTo>
                    <a:pt x="2864941" y="0"/>
                  </a:lnTo>
                  <a:lnTo>
                    <a:pt x="2041802" y="981947"/>
                  </a:lnTo>
                  <a:lnTo>
                    <a:pt x="0" y="981947"/>
                  </a:lnTo>
                  <a:close/>
                </a:path>
              </a:pathLst>
            </a:custGeom>
            <a:solidFill>
              <a:srgbClr val="005AA6"/>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3000" b="1" i="0" u="none" strike="noStrike" kern="1200" cap="none" spc="0" normalizeH="0" baseline="0" noProof="0" dirty="0">
                <a:ln>
                  <a:noFill/>
                </a:ln>
                <a:solidFill>
                  <a:prstClr val="white"/>
                </a:solidFill>
                <a:effectLst/>
                <a:uLnTx/>
                <a:uFillTx/>
                <a:latin typeface="SimHei" panose="020B0604020202020204"/>
                <a:ea typeface="SimHei" panose="02010609060101010101" pitchFamily="49" charset="-122"/>
                <a:cs typeface="SimHei"/>
              </a:endParaRPr>
            </a:p>
          </p:txBody>
        </p:sp>
      </p:grpSp>
    </p:spTree>
  </p:cSld>
  <p:clrMapOvr>
    <a:masterClrMapping/>
  </p:clrMapOvr>
  <mc:AlternateContent xmlns:mc="http://schemas.openxmlformats.org/markup-compatibility/2006">
    <mc:Choice xmlns:p14="http://schemas.microsoft.com/office/powerpoint/2010/main" Requires="p14">
      <p:transition spd="slow" p14:dur="1500"/>
    </mc:Choice>
    <mc:Fallback>
      <p:transition spd="slow"/>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918" y="914560"/>
            <a:ext cx="9800165" cy="2570850"/>
          </a:xfrm>
        </p:spPr>
        <p:txBody>
          <a:bodyPr lIns="90000" tIns="46800" rIns="90000" bIns="46800" anchor="b" anchorCtr="0">
            <a:normAutofit/>
          </a:bodyPr>
          <a:lstStyle>
            <a:lvl1pPr algn="ctr">
              <a:defRPr sz="6000"/>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918" y="3561023"/>
            <a:ext cx="9800165" cy="1472657"/>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835" indent="0" algn="ctr">
              <a:buNone/>
              <a:defRPr sz="1600"/>
            </a:lvl7pPr>
            <a:lvl8pPr marL="3201035" indent="0" algn="ctr">
              <a:buNone/>
              <a:defRPr sz="1600"/>
            </a:lvl8pPr>
            <a:lvl9pPr marL="3658235"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p:txBody>
          <a:bodyPr/>
          <a:lstStyle/>
          <a:p>
            <a:endParaRPr lang="zh-CN" altLang="en-US"/>
          </a:p>
        </p:txBody>
      </p:sp>
      <p:sp>
        <p:nvSpPr>
          <p:cNvPr id="17" name="页脚占位符 16"/>
          <p:cNvSpPr>
            <a:spLocks noGrp="1"/>
          </p:cNvSpPr>
          <p:nvPr>
            <p:ph type="ftr" sz="quarter" idx="11"/>
            <p:custDataLst>
              <p:tags r:id="rId5"/>
            </p:custDataLst>
          </p:nvPr>
        </p:nvSpPr>
        <p:spPr/>
        <p:txBody>
          <a:bodyPr/>
          <a:lstStyle/>
          <a:p>
            <a:endParaRPr lang="zh-CN" altLang="en-US" dirty="0"/>
          </a:p>
        </p:txBody>
      </p:sp>
      <p:sp>
        <p:nvSpPr>
          <p:cNvPr id="18" name="灯片编号占位符 17"/>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60" y="608506"/>
            <a:ext cx="10970280" cy="705723"/>
          </a:xfrm>
        </p:spPr>
        <p:txBody>
          <a:bodyPr vert="horz" lIns="90000" tIns="46800" rIns="90000" bIns="46800" rtlCol="0" anchor="ctr" anchorCtr="0">
            <a:normAutofit/>
          </a:bodyPr>
          <a:lstStyle/>
          <a:p>
            <a:pPr lvl="0"/>
            <a:r>
              <a:rPr dirty="0">
                <a:sym typeface="SimHei"/>
              </a:rPr>
              <a:t>单击此处编辑母版标题样式</a:t>
            </a:r>
            <a:endParaRPr dirty="0">
              <a:sym typeface="SimHei"/>
            </a:endParaRPr>
          </a:p>
        </p:txBody>
      </p:sp>
      <p:sp>
        <p:nvSpPr>
          <p:cNvPr id="3" name="内容占位符 2"/>
          <p:cNvSpPr>
            <a:spLocks noGrp="1"/>
          </p:cNvSpPr>
          <p:nvPr>
            <p:ph idx="1"/>
            <p:custDataLst>
              <p:tags r:id="rId3"/>
            </p:custDataLst>
          </p:nvPr>
        </p:nvSpPr>
        <p:spPr>
          <a:xfrm>
            <a:off x="608460" y="1490661"/>
            <a:ext cx="10970280" cy="4760033"/>
          </a:xfrm>
        </p:spPr>
        <p:txBody>
          <a:bodyPr vert="horz" lIns="90000" tIns="46800" rIns="90000" bIns="46800" rtlCol="0">
            <a:normAutofit/>
          </a:bodyPr>
          <a:lstStyle/>
          <a:p>
            <a:pPr lvl="0"/>
            <a:r>
              <a:rPr dirty="0">
                <a:sym typeface="SimHei"/>
              </a:rPr>
              <a:t>单击此处编辑母版文本样式</a:t>
            </a:r>
            <a:endParaRPr dirty="0">
              <a:sym typeface="SimHei"/>
            </a:endParaRPr>
          </a:p>
          <a:p>
            <a:pPr lvl="1"/>
            <a:r>
              <a:rPr dirty="0">
                <a:sym typeface="SimHei"/>
              </a:rPr>
              <a:t>第二级</a:t>
            </a:r>
            <a:endParaRPr dirty="0">
              <a:sym typeface="SimHei"/>
            </a:endParaRPr>
          </a:p>
          <a:p>
            <a:pPr lvl="2"/>
            <a:r>
              <a:rPr dirty="0">
                <a:sym typeface="SimHei"/>
              </a:rPr>
              <a:t>第三级</a:t>
            </a:r>
            <a:endParaRPr dirty="0">
              <a:sym typeface="SimHei"/>
            </a:endParaRPr>
          </a:p>
          <a:p>
            <a:pPr lvl="3"/>
            <a:r>
              <a:rPr dirty="0">
                <a:sym typeface="SimHei"/>
              </a:rPr>
              <a:t>第四级</a:t>
            </a:r>
            <a:endParaRPr dirty="0">
              <a:sym typeface="SimHei"/>
            </a:endParaRPr>
          </a:p>
          <a:p>
            <a:pPr lvl="4"/>
            <a:r>
              <a:rPr dirty="0">
                <a:sym typeface="SimHei"/>
              </a:rPr>
              <a:t>第五级</a:t>
            </a:r>
            <a:endParaRPr dirty="0">
              <a:sym typeface="SimHei"/>
            </a:endParaRPr>
          </a:p>
        </p:txBody>
      </p:sp>
      <p:sp>
        <p:nvSpPr>
          <p:cNvPr id="4" name="日期占位符 3"/>
          <p:cNvSpPr>
            <a:spLocks noGrp="1"/>
          </p:cNvSpPr>
          <p:nvPr>
            <p:ph type="dt" sz="half" idx="10"/>
            <p:custDataLst>
              <p:tags r:id="rId4"/>
            </p:custDataLst>
          </p:nvPr>
        </p:nvSpPr>
        <p:spPr/>
        <p:txBody>
          <a:bodyPr/>
          <a:lstStyle/>
          <a:p>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996" y="3849073"/>
            <a:ext cx="7769565" cy="766934"/>
          </a:xfrm>
        </p:spPr>
        <p:txBody>
          <a:bodyPr lIns="90000" tIns="46800" rIns="90000" bIns="46800" anchor="b" anchorCtr="0">
            <a:normAutofit/>
          </a:bodyPr>
          <a:lstStyle>
            <a:lvl1pPr>
              <a:defRPr sz="4400"/>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996" y="4616007"/>
            <a:ext cx="7769565" cy="867751"/>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835" indent="0">
              <a:buNone/>
              <a:defRPr sz="1600">
                <a:solidFill>
                  <a:schemeClr val="tx1">
                    <a:tint val="75000"/>
                  </a:schemeClr>
                </a:solidFill>
              </a:defRPr>
            </a:lvl7pPr>
            <a:lvl8pPr marL="3201035" indent="0">
              <a:buNone/>
              <a:defRPr sz="1600">
                <a:solidFill>
                  <a:schemeClr val="tx1">
                    <a:tint val="75000"/>
                  </a:schemeClr>
                </a:solidFill>
              </a:defRPr>
            </a:lvl8pPr>
            <a:lvl9pPr marL="3658235"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p:txBody>
          <a:bodyPr/>
          <a:lstStyle/>
          <a:p>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60" y="608506"/>
            <a:ext cx="10970280" cy="705723"/>
          </a:xfrm>
        </p:spPr>
        <p:txBody>
          <a:bodyPr vert="horz" lIns="90000" tIns="46800" rIns="90000" bIns="46800" rtlCol="0" anchor="ctr" anchorCtr="0">
            <a:normAutofit/>
          </a:bodyPr>
          <a:lstStyle/>
          <a:p>
            <a:pPr lvl="0"/>
            <a:r>
              <a:rPr dirty="0">
                <a:sym typeface="SimHei"/>
              </a:rPr>
              <a:t>单击此处编辑母版标题样式</a:t>
            </a:r>
            <a:endParaRPr dirty="0">
              <a:sym typeface="SimHei"/>
            </a:endParaRPr>
          </a:p>
        </p:txBody>
      </p:sp>
      <p:sp>
        <p:nvSpPr>
          <p:cNvPr id="3" name="内容占位符 2"/>
          <p:cNvSpPr>
            <a:spLocks noGrp="1"/>
          </p:cNvSpPr>
          <p:nvPr>
            <p:ph sz="half" idx="1"/>
            <p:custDataLst>
              <p:tags r:id="rId3"/>
            </p:custDataLst>
          </p:nvPr>
        </p:nvSpPr>
        <p:spPr>
          <a:xfrm>
            <a:off x="608460" y="1501463"/>
            <a:ext cx="5177310" cy="4749231"/>
          </a:xfrm>
        </p:spPr>
        <p:txBody>
          <a:bodyPr vert="horz" lIns="90000" tIns="46800" rIns="90000" bIns="46800" rtlCol="0">
            <a:normAutofit/>
          </a:bodyPr>
          <a:lstStyle/>
          <a:p>
            <a:pPr lvl="0"/>
            <a:r>
              <a:rPr dirty="0">
                <a:sym typeface="SimHei"/>
              </a:rPr>
              <a:t>单击此处编辑母版文本样式</a:t>
            </a:r>
            <a:endParaRPr dirty="0">
              <a:sym typeface="SimHei"/>
            </a:endParaRPr>
          </a:p>
          <a:p>
            <a:pPr lvl="1"/>
            <a:r>
              <a:rPr dirty="0">
                <a:sym typeface="SimHei"/>
              </a:rPr>
              <a:t>第二级</a:t>
            </a:r>
            <a:endParaRPr dirty="0">
              <a:sym typeface="SimHei"/>
            </a:endParaRPr>
          </a:p>
          <a:p>
            <a:pPr lvl="2"/>
            <a:r>
              <a:rPr dirty="0">
                <a:sym typeface="SimHei"/>
              </a:rPr>
              <a:t>第三级</a:t>
            </a:r>
            <a:endParaRPr dirty="0">
              <a:sym typeface="SimHei"/>
            </a:endParaRPr>
          </a:p>
          <a:p>
            <a:pPr lvl="3"/>
            <a:r>
              <a:rPr dirty="0">
                <a:sym typeface="SimHei"/>
              </a:rPr>
              <a:t>第四级</a:t>
            </a:r>
            <a:endParaRPr dirty="0">
              <a:sym typeface="SimHei"/>
            </a:endParaRPr>
          </a:p>
          <a:p>
            <a:pPr lvl="4"/>
            <a:r>
              <a:rPr dirty="0">
                <a:sym typeface="SimHei"/>
              </a:rPr>
              <a:t>第五级</a:t>
            </a:r>
            <a:endParaRPr dirty="0">
              <a:sym typeface="SimHei"/>
            </a:endParaRPr>
          </a:p>
        </p:txBody>
      </p:sp>
      <p:sp>
        <p:nvSpPr>
          <p:cNvPr id="4" name="内容占位符 3"/>
          <p:cNvSpPr>
            <a:spLocks noGrp="1"/>
          </p:cNvSpPr>
          <p:nvPr>
            <p:ph sz="half" idx="2"/>
            <p:custDataLst>
              <p:tags r:id="rId4"/>
            </p:custDataLst>
          </p:nvPr>
        </p:nvSpPr>
        <p:spPr>
          <a:xfrm>
            <a:off x="6412231" y="1501463"/>
            <a:ext cx="5177310" cy="4749231"/>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60" y="608506"/>
            <a:ext cx="10970280" cy="705723"/>
          </a:xfrm>
        </p:spPr>
        <p:txBody>
          <a:bodyPr vert="horz" lIns="90000" tIns="46800" rIns="90000" bIns="46800" rtlCol="0" anchor="ctr" anchorCtr="0">
            <a:normAutofit/>
          </a:bodyPr>
          <a:lstStyle/>
          <a:p>
            <a:pPr lvl="0"/>
            <a:r>
              <a:rPr dirty="0">
                <a:sym typeface="SimHei"/>
              </a:rPr>
              <a:t>单击此处编辑母版标题样式</a:t>
            </a:r>
            <a:endParaRPr dirty="0">
              <a:sym typeface="SimHei"/>
            </a:endParaRPr>
          </a:p>
        </p:txBody>
      </p:sp>
      <p:sp>
        <p:nvSpPr>
          <p:cNvPr id="3" name="文本占位符 2"/>
          <p:cNvSpPr>
            <a:spLocks noGrp="1"/>
          </p:cNvSpPr>
          <p:nvPr>
            <p:ph type="body" idx="1" hasCustomPrompt="1"/>
            <p:custDataLst>
              <p:tags r:id="rId3"/>
            </p:custDataLst>
          </p:nvPr>
        </p:nvSpPr>
        <p:spPr>
          <a:xfrm>
            <a:off x="608460" y="1429450"/>
            <a:ext cx="5342926" cy="381666"/>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835" indent="0">
              <a:buNone/>
              <a:defRPr sz="1600" b="1"/>
            </a:lvl7pPr>
            <a:lvl8pPr marL="3201035" indent="0">
              <a:buNone/>
              <a:defRPr sz="1600" b="1"/>
            </a:lvl8pPr>
            <a:lvl9pPr marL="3658235"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60" y="1854325"/>
            <a:ext cx="5342926" cy="4396369"/>
          </a:xfrm>
        </p:spPr>
        <p:txBody>
          <a:bodyPr vert="horz" lIns="101600" tIns="0" rIns="82550" bIns="0" rtlCol="0">
            <a:normAutofit/>
          </a:bodyPr>
          <a:lstStyle/>
          <a:p>
            <a:pPr lvl="0"/>
            <a:r>
              <a:rPr dirty="0">
                <a:sym typeface="SimHei"/>
              </a:rPr>
              <a:t>单击此处编辑母版文本样式</a:t>
            </a:r>
            <a:endParaRPr dirty="0">
              <a:sym typeface="SimHei"/>
            </a:endParaRPr>
          </a:p>
          <a:p>
            <a:pPr lvl="1"/>
            <a:r>
              <a:rPr dirty="0">
                <a:sym typeface="SimHei"/>
              </a:rPr>
              <a:t>第二级</a:t>
            </a:r>
            <a:endParaRPr dirty="0">
              <a:sym typeface="SimHei"/>
            </a:endParaRPr>
          </a:p>
          <a:p>
            <a:pPr lvl="2"/>
            <a:r>
              <a:rPr dirty="0">
                <a:sym typeface="SimHei"/>
              </a:rPr>
              <a:t>第三级</a:t>
            </a:r>
            <a:endParaRPr dirty="0">
              <a:sym typeface="SimHei"/>
            </a:endParaRPr>
          </a:p>
          <a:p>
            <a:pPr lvl="3"/>
            <a:r>
              <a:rPr dirty="0">
                <a:sym typeface="SimHei"/>
              </a:rPr>
              <a:t>第四级</a:t>
            </a:r>
            <a:endParaRPr dirty="0">
              <a:sym typeface="SimHei"/>
            </a:endParaRPr>
          </a:p>
          <a:p>
            <a:pPr lvl="4"/>
            <a:r>
              <a:rPr dirty="0">
                <a:sym typeface="SimHei"/>
              </a:rPr>
              <a:t>第五级</a:t>
            </a:r>
            <a:endParaRPr dirty="0">
              <a:sym typeface="SimHei"/>
            </a:endParaRPr>
          </a:p>
        </p:txBody>
      </p:sp>
      <p:sp>
        <p:nvSpPr>
          <p:cNvPr id="5" name="文本占位符 4"/>
          <p:cNvSpPr>
            <a:spLocks noGrp="1"/>
          </p:cNvSpPr>
          <p:nvPr>
            <p:ph type="body" sz="quarter" idx="3" hasCustomPrompt="1"/>
            <p:custDataLst>
              <p:tags r:id="rId5"/>
            </p:custDataLst>
          </p:nvPr>
        </p:nvSpPr>
        <p:spPr>
          <a:xfrm>
            <a:off x="6236365" y="1421977"/>
            <a:ext cx="5342926" cy="381666"/>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835" indent="0">
              <a:buNone/>
              <a:defRPr sz="1600" b="1"/>
            </a:lvl7pPr>
            <a:lvl8pPr marL="3201035" indent="0">
              <a:buNone/>
              <a:defRPr sz="1600" b="1"/>
            </a:lvl8pPr>
            <a:lvl9pPr marL="3658235" indent="0">
              <a:buNone/>
              <a:defRPr sz="1600" b="1"/>
            </a:lvl9pPr>
          </a:lstStyle>
          <a:p>
            <a:pPr lvl="0"/>
            <a:r>
              <a:rPr>
                <a:sym typeface="SimHei"/>
              </a:rPr>
              <a:t>单击此处编辑文本</a:t>
            </a:r>
            <a:endParaRPr>
              <a:sym typeface="SimHei"/>
            </a:endParaRPr>
          </a:p>
        </p:txBody>
      </p:sp>
      <p:sp>
        <p:nvSpPr>
          <p:cNvPr id="6" name="内容占位符 5"/>
          <p:cNvSpPr>
            <a:spLocks noGrp="1"/>
          </p:cNvSpPr>
          <p:nvPr>
            <p:ph sz="quarter" idx="4"/>
            <p:custDataLst>
              <p:tags r:id="rId6"/>
            </p:custDataLst>
          </p:nvPr>
        </p:nvSpPr>
        <p:spPr>
          <a:xfrm>
            <a:off x="6236365" y="1854325"/>
            <a:ext cx="5342926" cy="4396369"/>
          </a:xfrm>
        </p:spPr>
        <p:txBody>
          <a:bodyPr vert="horz" lIns="101600" tIns="0" rIns="82550" bIns="0" rtlCol="0">
            <a:normAutofit/>
          </a:bodyPr>
          <a:lstStyle/>
          <a:p>
            <a:pPr lvl="0"/>
            <a:r>
              <a:rPr dirty="0">
                <a:sym typeface="SimHei"/>
              </a:rPr>
              <a:t>单击此处编辑母版文本样式</a:t>
            </a:r>
            <a:endParaRPr dirty="0">
              <a:sym typeface="SimHei"/>
            </a:endParaRPr>
          </a:p>
          <a:p>
            <a:pPr lvl="1"/>
            <a:r>
              <a:rPr dirty="0">
                <a:sym typeface="SimHei"/>
              </a:rPr>
              <a:t>第二级</a:t>
            </a:r>
            <a:endParaRPr dirty="0">
              <a:sym typeface="SimHei"/>
            </a:endParaRPr>
          </a:p>
          <a:p>
            <a:pPr lvl="2"/>
            <a:r>
              <a:rPr dirty="0">
                <a:sym typeface="SimHei"/>
              </a:rPr>
              <a:t>第三级</a:t>
            </a:r>
            <a:endParaRPr dirty="0">
              <a:sym typeface="SimHei"/>
            </a:endParaRPr>
          </a:p>
          <a:p>
            <a:pPr lvl="3"/>
            <a:r>
              <a:rPr dirty="0">
                <a:sym typeface="SimHei"/>
              </a:rPr>
              <a:t>第四级</a:t>
            </a:r>
            <a:endParaRPr dirty="0">
              <a:sym typeface="SimHei"/>
            </a:endParaRPr>
          </a:p>
          <a:p>
            <a:pPr lvl="4"/>
            <a:r>
              <a:rPr dirty="0">
                <a:sym typeface="SimHei"/>
              </a:rPr>
              <a:t>第五级</a:t>
            </a:r>
            <a:endParaRPr dirty="0">
              <a:sym typeface="SimHei"/>
            </a:endParaRPr>
          </a:p>
        </p:txBody>
      </p:sp>
      <p:sp>
        <p:nvSpPr>
          <p:cNvPr id="7" name="日期占位符 6"/>
          <p:cNvSpPr>
            <a:spLocks noGrp="1"/>
          </p:cNvSpPr>
          <p:nvPr>
            <p:ph type="dt" sz="half" idx="10"/>
            <p:custDataLst>
              <p:tags r:id="rId7"/>
            </p:custDataLst>
          </p:nvPr>
        </p:nvSpPr>
        <p:spPr/>
        <p:txBody>
          <a:bodyPr/>
          <a:lstStyle/>
          <a:p>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60" y="608506"/>
            <a:ext cx="10970280" cy="705723"/>
          </a:xfrm>
        </p:spPr>
        <p:txBody>
          <a:bodyPr vert="horz" lIns="90000" tIns="46800" rIns="90000" bIns="46800" rtlCol="0" anchor="ctr" anchorCtr="0">
            <a:normAutofit/>
          </a:bodyPr>
          <a:lstStyle/>
          <a:p>
            <a:pPr lvl="0"/>
            <a:r>
              <a:rPr>
                <a:sym typeface="SimHei"/>
              </a:rPr>
              <a:t>单击此处编辑母版标题样式</a:t>
            </a:r>
            <a:endParaRPr>
              <a:sym typeface="SimHei"/>
            </a:endParaRPr>
          </a:p>
        </p:txBody>
      </p:sp>
      <p:sp>
        <p:nvSpPr>
          <p:cNvPr id="3" name="日期占位符 2"/>
          <p:cNvSpPr>
            <a:spLocks noGrp="1"/>
          </p:cNvSpPr>
          <p:nvPr>
            <p:ph type="dt" sz="half" idx="10"/>
            <p:custDataLst>
              <p:tags r:id="rId3"/>
            </p:custDataLst>
          </p:nvPr>
        </p:nvSpPr>
        <p:spPr/>
        <p:txBody>
          <a:bodyPr/>
          <a:lstStyle/>
          <a:p>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5" name="Rectangle 68"/>
          <p:cNvSpPr>
            <a:spLocks noChangeArrowheads="1"/>
          </p:cNvSpPr>
          <p:nvPr userDrawn="1"/>
        </p:nvSpPr>
        <p:spPr bwMode="auto">
          <a:xfrm>
            <a:off x="0" y="647700"/>
            <a:ext cx="12192000" cy="44450"/>
          </a:xfrm>
          <a:prstGeom prst="rect">
            <a:avLst/>
          </a:prstGeom>
          <a:gradFill flip="none" rotWithShape="1">
            <a:gsLst>
              <a:gs pos="87000">
                <a:srgbClr val="0033CC"/>
              </a:gs>
              <a:gs pos="1000">
                <a:srgbClr val="C00000"/>
              </a:gs>
              <a:gs pos="0">
                <a:srgbClr val="C00000"/>
              </a:gs>
            </a:gsLst>
            <a:lin ang="0" scaled="1"/>
            <a:tileRect/>
          </a:gradFill>
          <a:ln w="9525">
            <a:noFill/>
            <a:miter lim="800000"/>
          </a:ln>
        </p:spPr>
        <p:txBody>
          <a:bodyPr wrap="none" anchor="ctr"/>
          <a:lstStyle>
            <a:lvl1pPr>
              <a:defRPr kumimoji="1" sz="2400" b="1">
                <a:solidFill>
                  <a:schemeClr val="tx1"/>
                </a:solidFill>
                <a:latin typeface="SimHei" panose="02020603050405020304" pitchFamily="18" charset="0"/>
                <a:ea typeface="SimHei" panose="02010609030101010101" pitchFamily="49" charset="-122"/>
              </a:defRPr>
            </a:lvl1pPr>
            <a:lvl2pPr marL="742950" indent="-285750">
              <a:defRPr kumimoji="1" sz="2400" b="1">
                <a:solidFill>
                  <a:schemeClr val="tx1"/>
                </a:solidFill>
                <a:latin typeface="SimHei" panose="02020603050405020304" pitchFamily="18" charset="0"/>
                <a:ea typeface="SimHei" panose="02010609030101010101" pitchFamily="49" charset="-122"/>
              </a:defRPr>
            </a:lvl2pPr>
            <a:lvl3pPr marL="1143000" indent="-228600">
              <a:defRPr kumimoji="1" sz="2400" b="1">
                <a:solidFill>
                  <a:schemeClr val="tx1"/>
                </a:solidFill>
                <a:latin typeface="SimHei" panose="02020603050405020304" pitchFamily="18" charset="0"/>
                <a:ea typeface="SimHei" panose="02010609030101010101" pitchFamily="49" charset="-122"/>
              </a:defRPr>
            </a:lvl3pPr>
            <a:lvl4pPr marL="1600200" indent="-228600">
              <a:defRPr kumimoji="1" sz="2400" b="1">
                <a:solidFill>
                  <a:schemeClr val="tx1"/>
                </a:solidFill>
                <a:latin typeface="SimHei" panose="02020603050405020304" pitchFamily="18" charset="0"/>
                <a:ea typeface="SimHei" panose="02010609030101010101" pitchFamily="49" charset="-122"/>
              </a:defRPr>
            </a:lvl4pPr>
            <a:lvl5pPr marL="2057400" indent="-228600">
              <a:defRPr kumimoji="1" sz="2400" b="1">
                <a:solidFill>
                  <a:schemeClr val="tx1"/>
                </a:solidFill>
                <a:latin typeface="SimHei" panose="02020603050405020304" pitchFamily="18" charset="0"/>
                <a:ea typeface="SimHei" panose="02010609030101010101" pitchFamily="49" charset="-122"/>
              </a:defRPr>
            </a:lvl5pPr>
            <a:lvl6pPr marL="25146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6pPr>
            <a:lvl7pPr marL="29718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7pPr>
            <a:lvl8pPr marL="34290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8pPr>
            <a:lvl9pPr marL="38862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9pPr>
          </a:lstStyle>
          <a:p>
            <a:pPr algn="ctr" eaLnBrk="1" hangingPunct="1">
              <a:defRPr/>
            </a:pPr>
            <a:endParaRPr lang="zh-CN" altLang="en-US" sz="240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60" y="1555472"/>
            <a:ext cx="5233593" cy="4608807"/>
          </a:xfrm>
        </p:spPr>
        <p:txBody>
          <a:bodyPr vert="horz" lIns="90000" tIns="46800" rIns="90000" bIns="46800" rtlCol="0">
            <a:normAutofit/>
          </a:bodyPr>
          <a:lstStyle>
            <a:lvl1pPr>
              <a:buNone/>
              <a:defRPr sz="1600"/>
            </a:lvl1pPr>
          </a:lstStyle>
          <a:p>
            <a:pPr lvl="0"/>
            <a:endParaRPr dirty="0">
              <a:sym typeface="SimHei"/>
            </a:endParaRPr>
          </a:p>
        </p:txBody>
      </p:sp>
      <p:sp>
        <p:nvSpPr>
          <p:cNvPr id="4" name="文本占位符 3"/>
          <p:cNvSpPr>
            <a:spLocks noGrp="1"/>
          </p:cNvSpPr>
          <p:nvPr>
            <p:ph type="body" sz="half" idx="2"/>
            <p:custDataLst>
              <p:tags r:id="rId3"/>
            </p:custDataLst>
          </p:nvPr>
        </p:nvSpPr>
        <p:spPr>
          <a:xfrm>
            <a:off x="6351025" y="1555472"/>
            <a:ext cx="5227715" cy="4608807"/>
          </a:xfrm>
        </p:spPr>
        <p:txBody>
          <a:bodyPr vert="horz" lIns="90000" tIns="46800" rIns="90000" bIns="46800" rtlCol="0">
            <a:normAutofit/>
          </a:bodyPr>
          <a:lstStyle>
            <a:lvl1pPr>
              <a:buNone/>
              <a:defRPr sz="1600"/>
            </a:lvl1pPr>
          </a:lstStyle>
          <a:p>
            <a:pPr lvl="0"/>
            <a:r>
              <a:rPr dirty="0">
                <a:sym typeface="SimHei"/>
              </a:rPr>
              <a:t>单击此处编辑母版文本样式</a:t>
            </a:r>
            <a:endParaRPr dirty="0">
              <a:sym typeface="SimHei"/>
            </a:endParaRPr>
          </a:p>
        </p:txBody>
      </p:sp>
      <p:sp>
        <p:nvSpPr>
          <p:cNvPr id="5" name="日期占位符 4"/>
          <p:cNvSpPr>
            <a:spLocks noGrp="1"/>
          </p:cNvSpPr>
          <p:nvPr>
            <p:ph type="dt" sz="half" idx="10"/>
            <p:custDataLst>
              <p:tags r:id="rId4"/>
            </p:custDataLst>
          </p:nvPr>
        </p:nvSpPr>
        <p:spPr/>
        <p:txBody>
          <a:bodyPr/>
          <a:lstStyle/>
          <a:p>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p:txBody>
          <a:bodyPr/>
          <a:lstStyle/>
          <a:p>
            <a:r>
              <a:rPr lang="zh-CN" altLang="en-US"/>
              <a:t>单击此处编辑母版标题样式</a:t>
            </a:r>
            <a:endParaRPr lang="zh-CN" alt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5808" y="914560"/>
            <a:ext cx="1044103" cy="5030080"/>
          </a:xfrm>
        </p:spPr>
        <p:txBody>
          <a:bodyPr vert="eaVert" lIns="90000" tIns="46800" rIns="90000" bIns="46800" rtlCol="0" anchor="ctr" anchorCtr="0">
            <a:normAutofit/>
          </a:bodyPr>
          <a:lstStyle>
            <a:lvl1pPr>
              <a:buNone/>
              <a:defRPr sz="2800"/>
            </a:lvl1pPr>
          </a:lstStyle>
          <a:p>
            <a:pPr lvl="0"/>
            <a:r>
              <a:rPr dirty="0">
                <a:sym typeface="SimHei"/>
              </a:rPr>
              <a:t>单击此处编辑标题</a:t>
            </a:r>
            <a:endParaRPr dirty="0">
              <a:sym typeface="SimHei"/>
            </a:endParaRPr>
          </a:p>
        </p:txBody>
      </p:sp>
      <p:sp>
        <p:nvSpPr>
          <p:cNvPr id="3" name="竖排文字占位符 2"/>
          <p:cNvSpPr>
            <a:spLocks noGrp="1"/>
          </p:cNvSpPr>
          <p:nvPr>
            <p:ph type="body" orient="vert" idx="1"/>
            <p:custDataLst>
              <p:tags r:id="rId3"/>
            </p:custDataLst>
          </p:nvPr>
        </p:nvSpPr>
        <p:spPr>
          <a:xfrm>
            <a:off x="914490" y="914560"/>
            <a:ext cx="9170103" cy="503008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60" y="774136"/>
            <a:ext cx="10973880" cy="548376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6" name="Rectangle 68"/>
          <p:cNvSpPr>
            <a:spLocks noChangeArrowheads="1"/>
          </p:cNvSpPr>
          <p:nvPr userDrawn="1"/>
        </p:nvSpPr>
        <p:spPr bwMode="auto">
          <a:xfrm>
            <a:off x="0" y="647700"/>
            <a:ext cx="12192000" cy="44450"/>
          </a:xfrm>
          <a:prstGeom prst="rect">
            <a:avLst/>
          </a:prstGeom>
          <a:gradFill flip="none" rotWithShape="1">
            <a:gsLst>
              <a:gs pos="87000">
                <a:srgbClr val="0033CC"/>
              </a:gs>
              <a:gs pos="1000">
                <a:srgbClr val="C00000"/>
              </a:gs>
              <a:gs pos="0">
                <a:srgbClr val="C00000"/>
              </a:gs>
            </a:gsLst>
            <a:lin ang="0" scaled="1"/>
            <a:tileRect/>
          </a:gradFill>
          <a:ln w="9525">
            <a:noFill/>
            <a:miter lim="800000"/>
          </a:ln>
        </p:spPr>
        <p:txBody>
          <a:bodyPr wrap="none" anchor="ctr"/>
          <a:lstStyle>
            <a:lvl1pPr>
              <a:defRPr kumimoji="1" sz="2400" b="1">
                <a:solidFill>
                  <a:schemeClr val="tx1"/>
                </a:solidFill>
                <a:latin typeface="SimHei" panose="02020603050405020304" pitchFamily="18" charset="0"/>
                <a:ea typeface="SimHei" panose="02010609030101010101" pitchFamily="49" charset="-122"/>
              </a:defRPr>
            </a:lvl1pPr>
            <a:lvl2pPr marL="742950" indent="-285750">
              <a:defRPr kumimoji="1" sz="2400" b="1">
                <a:solidFill>
                  <a:schemeClr val="tx1"/>
                </a:solidFill>
                <a:latin typeface="SimHei" panose="02020603050405020304" pitchFamily="18" charset="0"/>
                <a:ea typeface="SimHei" panose="02010609030101010101" pitchFamily="49" charset="-122"/>
              </a:defRPr>
            </a:lvl2pPr>
            <a:lvl3pPr marL="1143000" indent="-228600">
              <a:defRPr kumimoji="1" sz="2400" b="1">
                <a:solidFill>
                  <a:schemeClr val="tx1"/>
                </a:solidFill>
                <a:latin typeface="SimHei" panose="02020603050405020304" pitchFamily="18" charset="0"/>
                <a:ea typeface="SimHei" panose="02010609030101010101" pitchFamily="49" charset="-122"/>
              </a:defRPr>
            </a:lvl3pPr>
            <a:lvl4pPr marL="1600200" indent="-228600">
              <a:defRPr kumimoji="1" sz="2400" b="1">
                <a:solidFill>
                  <a:schemeClr val="tx1"/>
                </a:solidFill>
                <a:latin typeface="SimHei" panose="02020603050405020304" pitchFamily="18" charset="0"/>
                <a:ea typeface="SimHei" panose="02010609030101010101" pitchFamily="49" charset="-122"/>
              </a:defRPr>
            </a:lvl4pPr>
            <a:lvl5pPr marL="2057400" indent="-228600">
              <a:defRPr kumimoji="1" sz="2400" b="1">
                <a:solidFill>
                  <a:schemeClr val="tx1"/>
                </a:solidFill>
                <a:latin typeface="SimHei" panose="02020603050405020304" pitchFamily="18" charset="0"/>
                <a:ea typeface="SimHei" panose="02010609030101010101" pitchFamily="49" charset="-122"/>
              </a:defRPr>
            </a:lvl5pPr>
            <a:lvl6pPr marL="25146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6pPr>
            <a:lvl7pPr marL="29718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7pPr>
            <a:lvl8pPr marL="34290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8pPr>
            <a:lvl9pPr marL="38862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9pPr>
          </a:lstStyle>
          <a:p>
            <a:pPr algn="ctr" eaLnBrk="1" hangingPunct="1">
              <a:defRPr/>
            </a:pPr>
            <a:endParaRPr lang="zh-CN" altLang="en-US" sz="2400"/>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918" y="2484435"/>
            <a:ext cx="9800165" cy="1018978"/>
          </a:xfrm>
        </p:spPr>
        <p:txBody>
          <a:bodyPr vert="horz" lIns="90000" tIns="46800" rIns="90000" bIns="46800" rtlCol="0" anchor="t" anchorCtr="0">
            <a:normAutofit/>
          </a:bodyPr>
          <a:lstStyle>
            <a:lvl1pPr algn="ctr">
              <a:defRPr sz="6000"/>
            </a:lvl1pPr>
          </a:lstStyle>
          <a:p>
            <a:pPr lvl="0"/>
            <a:r>
              <a:rPr>
                <a:sym typeface="SimHei"/>
              </a:rPr>
              <a:t>单击此处编辑标题</a:t>
            </a:r>
            <a:endParaRPr>
              <a:sym typeface="SimHei"/>
            </a:endParaRPr>
          </a:p>
        </p:txBody>
      </p:sp>
      <p:sp>
        <p:nvSpPr>
          <p:cNvPr id="7" name="文本占位符 6"/>
          <p:cNvSpPr>
            <a:spLocks noGrp="1"/>
          </p:cNvSpPr>
          <p:nvPr>
            <p:ph type="body" sz="quarter" idx="13"/>
            <p:custDataLst>
              <p:tags r:id="rId6"/>
            </p:custDataLst>
          </p:nvPr>
        </p:nvSpPr>
        <p:spPr>
          <a:xfrm>
            <a:off x="1198918" y="3561023"/>
            <a:ext cx="9800165" cy="471683"/>
          </a:xfrm>
        </p:spPr>
        <p:txBody>
          <a:bodyPr lIns="90000" tIns="46800" rIns="90000" bIns="46800">
            <a:normAutofit/>
          </a:bodyPr>
          <a:lstStyle>
            <a:lvl1pPr algn="ctr">
              <a:lnSpc>
                <a:spcPct val="110000"/>
              </a:lnSpc>
              <a:buNone/>
              <a:defRPr sz="2400" spc="200"/>
            </a:lvl1pPr>
          </a:lstStyle>
          <a:p>
            <a:pPr lvl="0"/>
            <a:r>
              <a:rPr lang="zh-CN" altLang="en-US" dirty="0"/>
              <a:t>单击此处编辑母版文本样式</a:t>
            </a:r>
            <a:endParaRPr lang="zh-CN" altLang="en-US" dirty="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ags" Target="../tags/tag57.xml"/><Relationship Id="rId15" Type="http://schemas.openxmlformats.org/officeDocument/2006/relationships/tags" Target="../tags/tag58.xml"/><Relationship Id="rId16" Type="http://schemas.openxmlformats.org/officeDocument/2006/relationships/tags" Target="../tags/tag59.xml"/><Relationship Id="rId17" Type="http://schemas.openxmlformats.org/officeDocument/2006/relationships/tags" Target="../tags/tag60.xml"/><Relationship Id="rId18" Type="http://schemas.openxmlformats.org/officeDocument/2006/relationships/tags" Target="../tags/tag61.xml"/><Relationship Id="rId1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 Id="rId9" Type="http://schemas.openxmlformats.org/officeDocument/2006/relationships/slideLayout" Target="../slideLayouts/slideLayout22.xml"/><Relationship Id="rId10" Type="http://schemas.openxmlformats.org/officeDocument/2006/relationships/slideLayout" Target="../slideLayouts/slideLayout23.xml"/><Relationship Id="rId11" Type="http://schemas.openxmlformats.org/officeDocument/2006/relationships/slideLayout" Target="../slideLayouts/slideLayout24.xml"/><Relationship Id="rId12" Type="http://schemas.openxmlformats.org/officeDocument/2006/relationships/slideLayout" Target="../slideLayouts/slideLayout25.xml"/><Relationship Id="rId13" Type="http://schemas.openxmlformats.org/officeDocument/2006/relationships/tags" Target="../tags/tag118.xml"/><Relationship Id="rId14" Type="http://schemas.openxmlformats.org/officeDocument/2006/relationships/tags" Target="../tags/tag119.xml"/><Relationship Id="rId15" Type="http://schemas.openxmlformats.org/officeDocument/2006/relationships/tags" Target="../tags/tag120.xml"/><Relationship Id="rId16" Type="http://schemas.openxmlformats.org/officeDocument/2006/relationships/tags" Target="../tags/tag121.xml"/><Relationship Id="rId17" Type="http://schemas.openxmlformats.org/officeDocument/2006/relationships/tags" Target="../tags/tag122.xml"/><Relationship Id="rId1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标题占位符 1"/>
          <p:cNvSpPr>
            <a:spLocks noGrp="1"/>
          </p:cNvSpPr>
          <p:nvPr>
            <p:ph type="title"/>
            <p:custDataLst>
              <p:tags r:id="rId14"/>
            </p:custDataLst>
          </p:nvPr>
        </p:nvSpPr>
        <p:spPr>
          <a:xfrm>
            <a:off x="608460" y="608506"/>
            <a:ext cx="10970280" cy="705723"/>
          </a:xfrm>
          <a:prstGeom prst="rect">
            <a:avLst/>
          </a:prstGeom>
        </p:spPr>
        <p:txBody>
          <a:bodyPr vert="horz" lIns="90170" tIns="46990" rIns="90170" bIns="46990" rtlCol="0" anchor="ctr"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5"/>
            </p:custDataLst>
          </p:nvPr>
        </p:nvSpPr>
        <p:spPr>
          <a:xfrm>
            <a:off x="608460" y="1490661"/>
            <a:ext cx="10970280" cy="4760033"/>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6"/>
            </p:custDataLst>
          </p:nvPr>
        </p:nvSpPr>
        <p:spPr>
          <a:xfrm>
            <a:off x="612060" y="6315505"/>
            <a:ext cx="2700266" cy="316855"/>
          </a:xfrm>
          <a:prstGeom prst="rect">
            <a:avLst/>
          </a:prstGeom>
        </p:spPr>
        <p:txBody>
          <a:bodyPr vert="horz" lIns="91440" tIns="45720" rIns="91440" bIns="45720" rtlCol="0" anchor="ctr">
            <a:normAutofit/>
          </a:bodyPr>
          <a:lstStyle>
            <a:lvl1pPr algn="l">
              <a:defRPr sz="1000" baseline="0">
                <a:solidFill>
                  <a:schemeClr val="tx1">
                    <a:tint val="75000"/>
                  </a:schemeClr>
                </a:solidFill>
                <a:latin typeface="SimHei" panose="020B0503020204020204" pitchFamily="34" charset="-122"/>
                <a:ea typeface="SimHei" panose="020B0503020204020204" pitchFamily="34" charset="-122"/>
              </a:defRPr>
            </a:lvl1pPr>
          </a:lstStyle>
          <a:p>
            <a:endParaRPr lang="zh-CN" altLang="en-US" dirty="0"/>
          </a:p>
        </p:txBody>
      </p:sp>
      <p:sp>
        <p:nvSpPr>
          <p:cNvPr id="5" name="页脚占位符 4"/>
          <p:cNvSpPr>
            <a:spLocks noGrp="1"/>
          </p:cNvSpPr>
          <p:nvPr>
            <p:ph type="ftr" sz="quarter" idx="3"/>
            <p:custDataLst>
              <p:tags r:id="rId17"/>
            </p:custDataLst>
          </p:nvPr>
        </p:nvSpPr>
        <p:spPr>
          <a:xfrm>
            <a:off x="4116405" y="6315505"/>
            <a:ext cx="3960390" cy="316855"/>
          </a:xfrm>
          <a:prstGeom prst="rect">
            <a:avLst/>
          </a:prstGeom>
        </p:spPr>
        <p:txBody>
          <a:bodyPr vert="horz" lIns="91440" tIns="45720" rIns="91440" bIns="45720" rtlCol="0" anchor="ctr">
            <a:normAutofit/>
          </a:bodyPr>
          <a:lstStyle>
            <a:lvl1pPr algn="ctr">
              <a:defRPr sz="1000" baseline="0">
                <a:solidFill>
                  <a:schemeClr val="tx1">
                    <a:tint val="75000"/>
                  </a:schemeClr>
                </a:solidFill>
                <a:latin typeface="SimHei" panose="020B0503020204020204" pitchFamily="34" charset="-122"/>
                <a:ea typeface="SimHei" panose="020B0503020204020204" pitchFamily="34" charset="-122"/>
              </a:defRPr>
            </a:lvl1pPr>
          </a:lstStyle>
          <a:p>
            <a:endParaRPr lang="zh-CN" altLang="en-US" dirty="0"/>
          </a:p>
        </p:txBody>
      </p:sp>
      <p:sp>
        <p:nvSpPr>
          <p:cNvPr id="6" name="灯片编号占位符 5"/>
          <p:cNvSpPr>
            <a:spLocks noGrp="1"/>
          </p:cNvSpPr>
          <p:nvPr>
            <p:ph type="sldNum" sz="quarter" idx="4"/>
            <p:custDataLst>
              <p:tags r:id="rId18"/>
            </p:custDataLst>
          </p:nvPr>
        </p:nvSpPr>
        <p:spPr>
          <a:xfrm>
            <a:off x="8878474" y="6315505"/>
            <a:ext cx="2700266" cy="316855"/>
          </a:xfrm>
          <a:prstGeom prst="rect">
            <a:avLst/>
          </a:prstGeom>
        </p:spPr>
        <p:txBody>
          <a:bodyPr vert="horz" lIns="91440" tIns="45720" rIns="91440" bIns="45720" rtlCol="0" anchor="ctr">
            <a:normAutofit/>
          </a:bodyPr>
          <a:lstStyle>
            <a:lvl1pPr algn="r">
              <a:defRPr sz="1000" baseline="0">
                <a:solidFill>
                  <a:schemeClr val="tx1">
                    <a:tint val="75000"/>
                  </a:schemeClr>
                </a:solidFill>
                <a:latin typeface="SimHei" panose="020B0503020204020204" pitchFamily="34" charset="-122"/>
                <a:ea typeface="SimHei" panose="020B0503020204020204" pitchFamily="34" charset="-122"/>
              </a:defRPr>
            </a:lvl1pPr>
          </a:lstStyle>
          <a:p>
            <a:fld id="{49AE70B2-8BF9-45C0-BB95-33D1B9D3A854}" type="slidenum">
              <a:rPr lang="zh-CN" altLang="en-US" smtClean="0"/>
            </a:fld>
            <a:endParaRPr lang="zh-CN" altLang="en-US" dirty="0"/>
          </a:p>
        </p:txBody>
      </p:sp>
      <p:sp>
        <p:nvSpPr>
          <p:cNvPr id="8" name="Rectangle 68"/>
          <p:cNvSpPr>
            <a:spLocks noChangeArrowheads="1"/>
          </p:cNvSpPr>
          <p:nvPr userDrawn="1"/>
        </p:nvSpPr>
        <p:spPr bwMode="auto">
          <a:xfrm>
            <a:off x="0" y="647700"/>
            <a:ext cx="12192000" cy="44450"/>
          </a:xfrm>
          <a:prstGeom prst="rect">
            <a:avLst/>
          </a:prstGeom>
          <a:gradFill flip="none" rotWithShape="1">
            <a:gsLst>
              <a:gs pos="87000">
                <a:srgbClr val="0033CC"/>
              </a:gs>
              <a:gs pos="1000">
                <a:srgbClr val="C00000"/>
              </a:gs>
              <a:gs pos="0">
                <a:srgbClr val="C00000"/>
              </a:gs>
            </a:gsLst>
            <a:lin ang="0" scaled="1"/>
            <a:tileRect/>
          </a:gradFill>
          <a:ln w="9525">
            <a:noFill/>
            <a:miter lim="800000"/>
          </a:ln>
        </p:spPr>
        <p:txBody>
          <a:bodyPr wrap="none" anchor="ctr"/>
          <a:lstStyle>
            <a:lvl1pPr>
              <a:defRPr kumimoji="1" sz="2400" b="1">
                <a:solidFill>
                  <a:schemeClr val="tx1"/>
                </a:solidFill>
                <a:latin typeface="SimHei" panose="02020603050405020304" pitchFamily="18" charset="0"/>
                <a:ea typeface="SimHei" panose="02010609030101010101" pitchFamily="49" charset="-122"/>
              </a:defRPr>
            </a:lvl1pPr>
            <a:lvl2pPr marL="742950" indent="-285750">
              <a:defRPr kumimoji="1" sz="2400" b="1">
                <a:solidFill>
                  <a:schemeClr val="tx1"/>
                </a:solidFill>
                <a:latin typeface="SimHei" panose="02020603050405020304" pitchFamily="18" charset="0"/>
                <a:ea typeface="SimHei" panose="02010609030101010101" pitchFamily="49" charset="-122"/>
              </a:defRPr>
            </a:lvl2pPr>
            <a:lvl3pPr marL="1143000" indent="-228600">
              <a:defRPr kumimoji="1" sz="2400" b="1">
                <a:solidFill>
                  <a:schemeClr val="tx1"/>
                </a:solidFill>
                <a:latin typeface="SimHei" panose="02020603050405020304" pitchFamily="18" charset="0"/>
                <a:ea typeface="SimHei" panose="02010609030101010101" pitchFamily="49" charset="-122"/>
              </a:defRPr>
            </a:lvl3pPr>
            <a:lvl4pPr marL="1600200" indent="-228600">
              <a:defRPr kumimoji="1" sz="2400" b="1">
                <a:solidFill>
                  <a:schemeClr val="tx1"/>
                </a:solidFill>
                <a:latin typeface="SimHei" panose="02020603050405020304" pitchFamily="18" charset="0"/>
                <a:ea typeface="SimHei" panose="02010609030101010101" pitchFamily="49" charset="-122"/>
              </a:defRPr>
            </a:lvl4pPr>
            <a:lvl5pPr marL="2057400" indent="-228600">
              <a:defRPr kumimoji="1" sz="2400" b="1">
                <a:solidFill>
                  <a:schemeClr val="tx1"/>
                </a:solidFill>
                <a:latin typeface="SimHei" panose="02020603050405020304" pitchFamily="18" charset="0"/>
                <a:ea typeface="SimHei" panose="02010609030101010101" pitchFamily="49" charset="-122"/>
              </a:defRPr>
            </a:lvl5pPr>
            <a:lvl6pPr marL="25146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6pPr>
            <a:lvl7pPr marL="29718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7pPr>
            <a:lvl8pPr marL="34290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8pPr>
            <a:lvl9pPr marL="38862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9pPr>
          </a:lstStyle>
          <a:p>
            <a:pPr algn="ctr" eaLnBrk="1" hangingPunct="1">
              <a:defRPr/>
            </a:pPr>
            <a:endParaRPr lang="zh-CN" altLang="en-US" sz="2400"/>
          </a:p>
        </p:txBody>
      </p:sp>
      <p:sp>
        <p:nvSpPr>
          <p:cNvPr id="9" name="灯片编号占位符 2"/>
          <p:cNvSpPr txBox="1"/>
          <p:nvPr userDrawn="1"/>
        </p:nvSpPr>
        <p:spPr bwMode="auto">
          <a:xfrm>
            <a:off x="10920537" y="56288"/>
            <a:ext cx="1271310" cy="406350"/>
          </a:xfrm>
          <a:prstGeom prst="rect">
            <a:avLst/>
          </a:prstGeom>
          <a:noFill/>
          <a:ln>
            <a:noFill/>
          </a:ln>
          <a:effectLst/>
        </p:spPr>
        <p:txBody>
          <a:bodyPr vert="horz" wrap="square" lIns="122751" tIns="61376" rIns="122751" bIns="61376" numCol="1" anchor="ctr" anchorCtr="0" compatLnSpc="1"/>
          <a:lstStyle>
            <a:defPPr>
              <a:defRPr lang="en-US"/>
            </a:defPPr>
            <a:lvl1pPr algn="r" rtl="0" eaLnBrk="1" fontAlgn="base" hangingPunct="1">
              <a:spcBef>
                <a:spcPct val="0"/>
              </a:spcBef>
              <a:spcAft>
                <a:spcPct val="0"/>
              </a:spcAft>
              <a:defRPr kumimoji="0" sz="1600" b="1" i="1" kern="1200">
                <a:solidFill>
                  <a:srgbClr val="595959"/>
                </a:solidFill>
                <a:effectLst>
                  <a:outerShdw blurRad="38100" dist="38100" dir="2700000" algn="tl">
                    <a:srgbClr val="C0C0C0"/>
                  </a:outerShdw>
                </a:effectLst>
                <a:latin typeface="SimHei" panose="02020603050405020304" pitchFamily="18" charset="0"/>
                <a:ea typeface="SimHei" panose="02010600030101010101" pitchFamily="2" charset="-122"/>
                <a:cs typeface="SimHei"/>
              </a:defRPr>
            </a:lvl1pPr>
            <a:lvl2pPr marL="457200" algn="l" rtl="0" eaLnBrk="0" fontAlgn="base" hangingPunct="0">
              <a:spcBef>
                <a:spcPct val="0"/>
              </a:spcBef>
              <a:spcAft>
                <a:spcPct val="0"/>
              </a:spcAft>
              <a:defRPr kumimoji="1" sz="2400" b="1" kern="1200">
                <a:solidFill>
                  <a:schemeClr val="tx1"/>
                </a:solidFill>
                <a:latin typeface="SimHei" panose="02020603050405020304" pitchFamily="18" charset="0"/>
                <a:ea typeface="SimHei" panose="02010609030101010101" pitchFamily="49" charset="-122"/>
                <a:cs typeface="SimHei"/>
              </a:defRPr>
            </a:lvl2pPr>
            <a:lvl3pPr marL="914400" algn="l" rtl="0" eaLnBrk="0" fontAlgn="base" hangingPunct="0">
              <a:spcBef>
                <a:spcPct val="0"/>
              </a:spcBef>
              <a:spcAft>
                <a:spcPct val="0"/>
              </a:spcAft>
              <a:defRPr kumimoji="1" sz="2400" b="1" kern="1200">
                <a:solidFill>
                  <a:schemeClr val="tx1"/>
                </a:solidFill>
                <a:latin typeface="SimHei" panose="02020603050405020304" pitchFamily="18" charset="0"/>
                <a:ea typeface="SimHei" panose="02010609030101010101" pitchFamily="49" charset="-122"/>
                <a:cs typeface="SimHei"/>
              </a:defRPr>
            </a:lvl3pPr>
            <a:lvl4pPr marL="1371600" algn="l" rtl="0" eaLnBrk="0" fontAlgn="base" hangingPunct="0">
              <a:spcBef>
                <a:spcPct val="0"/>
              </a:spcBef>
              <a:spcAft>
                <a:spcPct val="0"/>
              </a:spcAft>
              <a:defRPr kumimoji="1" sz="2400" b="1" kern="1200">
                <a:solidFill>
                  <a:schemeClr val="tx1"/>
                </a:solidFill>
                <a:latin typeface="SimHei" panose="02020603050405020304" pitchFamily="18" charset="0"/>
                <a:ea typeface="SimHei" panose="02010609030101010101" pitchFamily="49" charset="-122"/>
                <a:cs typeface="SimHei"/>
              </a:defRPr>
            </a:lvl4pPr>
            <a:lvl5pPr marL="1828800" algn="l" rtl="0" eaLnBrk="0" fontAlgn="base" hangingPunct="0">
              <a:spcBef>
                <a:spcPct val="0"/>
              </a:spcBef>
              <a:spcAft>
                <a:spcPct val="0"/>
              </a:spcAft>
              <a:defRPr kumimoji="1" sz="2400" b="1" kern="1200">
                <a:solidFill>
                  <a:schemeClr val="tx1"/>
                </a:solidFill>
                <a:latin typeface="SimHei" panose="02020603050405020304" pitchFamily="18" charset="0"/>
                <a:ea typeface="SimHei" panose="02010609030101010101" pitchFamily="49" charset="-122"/>
                <a:cs typeface="SimHei"/>
              </a:defRPr>
            </a:lvl5pPr>
            <a:lvl6pPr marL="2286000" algn="l" defTabSz="914400" rtl="0" eaLnBrk="1" latinLnBrk="0" hangingPunct="1">
              <a:defRPr kumimoji="1" sz="2400" b="1" kern="1200">
                <a:solidFill>
                  <a:schemeClr val="tx1"/>
                </a:solidFill>
                <a:latin typeface="SimHei" panose="02020603050405020304" pitchFamily="18" charset="0"/>
                <a:ea typeface="SimHei" panose="02010609030101010101" pitchFamily="49" charset="-122"/>
                <a:cs typeface="SimHei"/>
              </a:defRPr>
            </a:lvl6pPr>
            <a:lvl7pPr marL="2743200" algn="l" defTabSz="914400" rtl="0" eaLnBrk="1" latinLnBrk="0" hangingPunct="1">
              <a:defRPr kumimoji="1" sz="2400" b="1" kern="1200">
                <a:solidFill>
                  <a:schemeClr val="tx1"/>
                </a:solidFill>
                <a:latin typeface="SimHei" panose="02020603050405020304" pitchFamily="18" charset="0"/>
                <a:ea typeface="SimHei" panose="02010609030101010101" pitchFamily="49" charset="-122"/>
                <a:cs typeface="SimHei"/>
              </a:defRPr>
            </a:lvl7pPr>
            <a:lvl8pPr marL="3200400" algn="l" defTabSz="914400" rtl="0" eaLnBrk="1" latinLnBrk="0" hangingPunct="1">
              <a:defRPr kumimoji="1" sz="2400" b="1" kern="1200">
                <a:solidFill>
                  <a:schemeClr val="tx1"/>
                </a:solidFill>
                <a:latin typeface="SimHei" panose="02020603050405020304" pitchFamily="18" charset="0"/>
                <a:ea typeface="SimHei" panose="02010609030101010101" pitchFamily="49" charset="-122"/>
                <a:cs typeface="SimHei"/>
              </a:defRPr>
            </a:lvl8pPr>
            <a:lvl9pPr marL="3657600" algn="l" defTabSz="914400" rtl="0" eaLnBrk="1" latinLnBrk="0" hangingPunct="1">
              <a:defRPr kumimoji="1" sz="2400" b="1" kern="1200">
                <a:solidFill>
                  <a:schemeClr val="tx1"/>
                </a:solidFill>
                <a:latin typeface="SimHei" panose="02020603050405020304" pitchFamily="18" charset="0"/>
                <a:ea typeface="SimHei" panose="02010609030101010101" pitchFamily="49" charset="-122"/>
                <a:cs typeface="SimHei"/>
              </a:defRPr>
            </a:lvl9pPr>
          </a:lstStyle>
          <a:p>
            <a:pPr marL="0" marR="0" lvl="0" indent="0" algn="r" defTabSz="914400" rtl="0" eaLnBrk="1" fontAlgn="base" latinLnBrk="0" hangingPunct="1">
              <a:lnSpc>
                <a:spcPct val="100000"/>
              </a:lnSpc>
              <a:spcBef>
                <a:spcPct val="0"/>
              </a:spcBef>
              <a:spcAft>
                <a:spcPct val="0"/>
              </a:spcAft>
              <a:buClrTx/>
              <a:buSzTx/>
              <a:buFontTx/>
              <a:buNone/>
              <a:defRPr/>
            </a:pPr>
            <a:fld id="{D1562B18-A52C-4BB1-80C2-C13A742CCD3E}" type="slidenum">
              <a:rPr kumimoji="0" lang="zh-CN" altLang="en-US" sz="1800" b="1" i="0" u="none" strike="noStrike" kern="1200" cap="none" spc="0" normalizeH="0" baseline="0" noProof="0" smtClean="0">
                <a:ln>
                  <a:noFill/>
                </a:ln>
                <a:solidFill>
                  <a:srgbClr val="595959"/>
                </a:solidFill>
                <a:effectLst/>
                <a:uLnTx/>
                <a:uFillTx/>
                <a:latin typeface="SimHei"/>
                <a:ea typeface="SimHei" panose="02010600030101010101" pitchFamily="2" charset="-122"/>
                <a:cs typeface="SimHei"/>
              </a:rPr>
            </a:fld>
            <a:endParaRPr kumimoji="0" lang="en-US" altLang="zh-CN" sz="1800" b="1" i="0" u="none" strike="noStrike" kern="1200" cap="none" spc="0" normalizeH="0" baseline="0" noProof="0" dirty="0">
              <a:ln>
                <a:noFill/>
              </a:ln>
              <a:solidFill>
                <a:srgbClr val="595959"/>
              </a:solidFill>
              <a:effectLst/>
              <a:uLnTx/>
              <a:uFillTx/>
              <a:latin typeface="SimHei"/>
              <a:ea typeface="SimHei" panose="02010600030101010101" pitchFamily="2" charset="-122"/>
              <a:cs typeface="SimHei"/>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SimHei" panose="020B0503020204020204" pitchFamily="34" charset="-122"/>
          <a:ea typeface="SimHei" panose="020B0503020204020204" pitchFamily="34" charset="-122"/>
          <a:cs typeface="SimHei"/>
        </a:defRPr>
      </a:lvl1pPr>
    </p:titleStyle>
    <p:bodyStyle>
      <a:lvl1pPr marL="228600" indent="-228600" algn="l" defTabSz="914400" rtl="0" eaLnBrk="1" fontAlgn="auto" latinLnBrk="0" hangingPunct="1">
        <a:lnSpc>
          <a:spcPct val="130000"/>
        </a:lnSpc>
        <a:spcBef>
          <a:spcPts val="0"/>
        </a:spcBef>
        <a:spcAft>
          <a:spcPts val="1000"/>
        </a:spcAft>
        <a:buFont typeface="SimHei" panose="020B0604020202020204" pitchFamily="34" charset="0"/>
        <a:buChar char="●"/>
        <a:defRPr sz="1800" u="none" strike="noStrike" kern="1200" cap="none" spc="150" normalizeH="0" baseline="0">
          <a:solidFill>
            <a:schemeClr val="tx1">
              <a:lumMod val="65000"/>
              <a:lumOff val="35000"/>
            </a:schemeClr>
          </a:solidFill>
          <a:uFillTx/>
          <a:latin typeface="SimHei" panose="020B0503020204020204" pitchFamily="34" charset="-122"/>
          <a:ea typeface="SimHei" panose="020B0503020204020204" pitchFamily="34" charset="-122"/>
          <a:cs typeface="SimHei"/>
        </a:defRPr>
      </a:lvl1pPr>
      <a:lvl2pPr marL="685800" indent="-228600" algn="l" defTabSz="914400" rtl="0" eaLnBrk="1" fontAlgn="auto" latinLnBrk="0" hangingPunct="1">
        <a:lnSpc>
          <a:spcPct val="120000"/>
        </a:lnSpc>
        <a:spcBef>
          <a:spcPts val="0"/>
        </a:spcBef>
        <a:spcAft>
          <a:spcPts val="600"/>
        </a:spcAft>
        <a:buFont typeface="SimHei" panose="020B0604020202020204" pitchFamily="34" charset="0"/>
        <a:buChar char="●"/>
        <a:tabLst>
          <a:tab pos="1609090" algn="l"/>
          <a:tab pos="1609090" algn="l"/>
          <a:tab pos="1609090" algn="l"/>
          <a:tab pos="1609090" algn="l"/>
        </a:tabLst>
        <a:defRPr sz="1600" u="none" strike="noStrike" kern="1200" cap="none" spc="150" normalizeH="0" baseline="0">
          <a:solidFill>
            <a:schemeClr val="tx1">
              <a:lumMod val="65000"/>
              <a:lumOff val="35000"/>
            </a:schemeClr>
          </a:solidFill>
          <a:uFillTx/>
          <a:latin typeface="SimHei" panose="020B0503020204020204" pitchFamily="34" charset="-122"/>
          <a:ea typeface="SimHei" panose="020B0503020204020204" pitchFamily="34" charset="-122"/>
          <a:cs typeface="SimHei"/>
        </a:defRPr>
      </a:lvl2pPr>
      <a:lvl3pPr marL="1143000" indent="-228600" algn="l" defTabSz="914400" rtl="0" eaLnBrk="1" fontAlgn="auto" latinLnBrk="0" hangingPunct="1">
        <a:lnSpc>
          <a:spcPct val="120000"/>
        </a:lnSpc>
        <a:spcBef>
          <a:spcPts val="0"/>
        </a:spcBef>
        <a:spcAft>
          <a:spcPts val="600"/>
        </a:spcAft>
        <a:buFont typeface="SimHei" panose="020B0604020202020204" pitchFamily="34" charset="0"/>
        <a:buChar char="●"/>
        <a:defRPr sz="1600" u="none" strike="noStrike" kern="1200" cap="none" spc="150" normalizeH="0" baseline="0">
          <a:solidFill>
            <a:schemeClr val="tx1">
              <a:lumMod val="65000"/>
              <a:lumOff val="35000"/>
            </a:schemeClr>
          </a:solidFill>
          <a:uFillTx/>
          <a:latin typeface="SimHei" panose="020B0503020204020204" pitchFamily="34" charset="-122"/>
          <a:ea typeface="SimHei" panose="020B0503020204020204" pitchFamily="34" charset="-122"/>
          <a:cs typeface="SimHei"/>
        </a:defRPr>
      </a:lvl3pPr>
      <a:lvl4pPr marL="1600200" indent="-228600" algn="l" defTabSz="914400" rtl="0" eaLnBrk="1" fontAlgn="auto" latinLnBrk="0" hangingPunct="1">
        <a:lnSpc>
          <a:spcPct val="120000"/>
        </a:lnSpc>
        <a:spcBef>
          <a:spcPts val="0"/>
        </a:spcBef>
        <a:spcAft>
          <a:spcPts val="300"/>
        </a:spcAft>
        <a:buFont typeface="SimHei" panose="05000000000000000000" charset="0"/>
        <a:buChar char=""/>
        <a:defRPr sz="1400" u="none" strike="noStrike" kern="1200" cap="none" spc="150" normalizeH="0" baseline="0">
          <a:solidFill>
            <a:schemeClr val="tx1">
              <a:lumMod val="65000"/>
              <a:lumOff val="35000"/>
            </a:schemeClr>
          </a:solidFill>
          <a:uFillTx/>
          <a:latin typeface="SimHei" panose="020B0503020204020204" pitchFamily="34" charset="-122"/>
          <a:ea typeface="SimHei" panose="020B0503020204020204" pitchFamily="34" charset="-122"/>
          <a:cs typeface="SimHei"/>
        </a:defRPr>
      </a:lvl4pPr>
      <a:lvl5pPr marL="2057400" indent="-228600" algn="l" defTabSz="914400" rtl="0" eaLnBrk="1" fontAlgn="auto" latinLnBrk="0" hangingPunct="1">
        <a:lnSpc>
          <a:spcPct val="120000"/>
        </a:lnSpc>
        <a:spcBef>
          <a:spcPts val="0"/>
        </a:spcBef>
        <a:spcAft>
          <a:spcPts val="300"/>
        </a:spcAft>
        <a:buFont typeface="SimHei" panose="020B0604020202020204" pitchFamily="34" charset="0"/>
        <a:buChar char="•"/>
        <a:defRPr sz="1400" u="none" strike="noStrike" kern="1200" cap="none" spc="150" normalizeH="0" baseline="0">
          <a:solidFill>
            <a:schemeClr val="tx1">
              <a:lumMod val="65000"/>
              <a:lumOff val="35000"/>
            </a:schemeClr>
          </a:solidFill>
          <a:uFillTx/>
          <a:latin typeface="SimHei" panose="020B0503020204020204" pitchFamily="34" charset="-122"/>
          <a:ea typeface="SimHei" panose="020B0503020204020204" pitchFamily="34" charset="-122"/>
          <a:cs typeface="SimHei"/>
        </a:defRPr>
      </a:lvl5pPr>
      <a:lvl6pPr marL="2515235" indent="-228600" algn="l" defTabSz="914400" rtl="0" eaLnBrk="1" latinLnBrk="0" hangingPunct="1">
        <a:lnSpc>
          <a:spcPct val="90000"/>
        </a:lnSpc>
        <a:spcBef>
          <a:spcPts val="500"/>
        </a:spcBef>
        <a:buFont typeface="SimHei" panose="020B0604020202020204" pitchFamily="34" charset="0"/>
        <a:buChar char="•"/>
        <a:defRPr sz="1800" kern="1200">
          <a:solidFill>
            <a:schemeClr val="tx1"/>
          </a:solidFill>
          <a:latin typeface="SimHei"/>
          <a:ea typeface="SimHei"/>
          <a:cs typeface="SimHei"/>
        </a:defRPr>
      </a:lvl6pPr>
      <a:lvl7pPr marL="2972435" indent="-228600" algn="l" defTabSz="914400" rtl="0" eaLnBrk="1" latinLnBrk="0" hangingPunct="1">
        <a:lnSpc>
          <a:spcPct val="90000"/>
        </a:lnSpc>
        <a:spcBef>
          <a:spcPts val="500"/>
        </a:spcBef>
        <a:buFont typeface="SimHei" panose="020B0604020202020204" pitchFamily="34" charset="0"/>
        <a:buChar char="•"/>
        <a:defRPr sz="1800" kern="1200">
          <a:solidFill>
            <a:schemeClr val="tx1"/>
          </a:solidFill>
          <a:latin typeface="SimHei"/>
          <a:ea typeface="SimHei"/>
          <a:cs typeface="SimHei"/>
        </a:defRPr>
      </a:lvl7pPr>
      <a:lvl8pPr marL="3429635" indent="-228600" algn="l" defTabSz="914400" rtl="0" eaLnBrk="1" latinLnBrk="0" hangingPunct="1">
        <a:lnSpc>
          <a:spcPct val="90000"/>
        </a:lnSpc>
        <a:spcBef>
          <a:spcPts val="500"/>
        </a:spcBef>
        <a:buFont typeface="SimHei" panose="020B0604020202020204" pitchFamily="34" charset="0"/>
        <a:buChar char="•"/>
        <a:defRPr sz="1800" kern="1200">
          <a:solidFill>
            <a:schemeClr val="tx1"/>
          </a:solidFill>
          <a:latin typeface="SimHei"/>
          <a:ea typeface="SimHei"/>
          <a:cs typeface="SimHei"/>
        </a:defRPr>
      </a:lvl8pPr>
      <a:lvl9pPr marL="3886835" indent="-228600" algn="l" defTabSz="914400" rtl="0" eaLnBrk="1" latinLnBrk="0" hangingPunct="1">
        <a:lnSpc>
          <a:spcPct val="90000"/>
        </a:lnSpc>
        <a:spcBef>
          <a:spcPts val="500"/>
        </a:spcBef>
        <a:buFont typeface="SimHei" panose="020B0604020202020204" pitchFamily="34" charset="0"/>
        <a:buChar char="•"/>
        <a:defRPr sz="1800" kern="1200">
          <a:solidFill>
            <a:schemeClr val="tx1"/>
          </a:solidFill>
          <a:latin typeface="SimHei"/>
          <a:ea typeface="SimHei"/>
          <a:cs typeface="SimHei"/>
        </a:defRPr>
      </a:lvl9pPr>
    </p:bodyStyle>
    <p:otherStyle>
      <a:defPPr>
        <a:defRPr lang="zh-CN"/>
      </a:defPPr>
      <a:lvl1pPr marL="0" algn="l" defTabSz="914400" rtl="0" eaLnBrk="1" latinLnBrk="0" hangingPunct="1">
        <a:defRPr sz="1800" kern="1200">
          <a:solidFill>
            <a:schemeClr val="tx1"/>
          </a:solidFill>
          <a:latin typeface="SimHei"/>
          <a:ea typeface="SimHei"/>
          <a:cs typeface="SimHei"/>
        </a:defRPr>
      </a:lvl1pPr>
      <a:lvl2pPr marL="457200" algn="l" defTabSz="914400" rtl="0" eaLnBrk="1" latinLnBrk="0" hangingPunct="1">
        <a:defRPr sz="1800" kern="1200">
          <a:solidFill>
            <a:schemeClr val="tx1"/>
          </a:solidFill>
          <a:latin typeface="SimHei"/>
          <a:ea typeface="SimHei"/>
          <a:cs typeface="SimHei"/>
        </a:defRPr>
      </a:lvl2pPr>
      <a:lvl3pPr marL="914400" algn="l" defTabSz="914400" rtl="0" eaLnBrk="1" latinLnBrk="0" hangingPunct="1">
        <a:defRPr sz="1800" kern="1200">
          <a:solidFill>
            <a:schemeClr val="tx1"/>
          </a:solidFill>
          <a:latin typeface="SimHei"/>
          <a:ea typeface="SimHei"/>
          <a:cs typeface="SimHei"/>
        </a:defRPr>
      </a:lvl3pPr>
      <a:lvl4pPr marL="1371600" algn="l" defTabSz="914400" rtl="0" eaLnBrk="1" latinLnBrk="0" hangingPunct="1">
        <a:defRPr sz="1800" kern="1200">
          <a:solidFill>
            <a:schemeClr val="tx1"/>
          </a:solidFill>
          <a:latin typeface="SimHei"/>
          <a:ea typeface="SimHei"/>
          <a:cs typeface="SimHei"/>
        </a:defRPr>
      </a:lvl4pPr>
      <a:lvl5pPr marL="1828800" algn="l" defTabSz="914400" rtl="0" eaLnBrk="1" latinLnBrk="0" hangingPunct="1">
        <a:defRPr sz="1800" kern="1200">
          <a:solidFill>
            <a:schemeClr val="tx1"/>
          </a:solidFill>
          <a:latin typeface="SimHei"/>
          <a:ea typeface="SimHei"/>
          <a:cs typeface="SimHei"/>
        </a:defRPr>
      </a:lvl5pPr>
      <a:lvl6pPr marL="2286000" algn="l" defTabSz="914400" rtl="0" eaLnBrk="1" latinLnBrk="0" hangingPunct="1">
        <a:defRPr sz="1800" kern="1200">
          <a:solidFill>
            <a:schemeClr val="tx1"/>
          </a:solidFill>
          <a:latin typeface="SimHei"/>
          <a:ea typeface="SimHei"/>
          <a:cs typeface="SimHei"/>
        </a:defRPr>
      </a:lvl6pPr>
      <a:lvl7pPr marL="2743835" algn="l" defTabSz="914400" rtl="0" eaLnBrk="1" latinLnBrk="0" hangingPunct="1">
        <a:defRPr sz="1800" kern="1200">
          <a:solidFill>
            <a:schemeClr val="tx1"/>
          </a:solidFill>
          <a:latin typeface="SimHei"/>
          <a:ea typeface="SimHei"/>
          <a:cs typeface="SimHei"/>
        </a:defRPr>
      </a:lvl7pPr>
      <a:lvl8pPr marL="3201035" algn="l" defTabSz="914400" rtl="0" eaLnBrk="1" latinLnBrk="0" hangingPunct="1">
        <a:defRPr sz="1800" kern="1200">
          <a:solidFill>
            <a:schemeClr val="tx1"/>
          </a:solidFill>
          <a:latin typeface="SimHei"/>
          <a:ea typeface="SimHei"/>
          <a:cs typeface="SimHei"/>
        </a:defRPr>
      </a:lvl8pPr>
      <a:lvl9pPr marL="3658235" algn="l" defTabSz="914400" rtl="0" eaLnBrk="1" latinLnBrk="0" hangingPunct="1">
        <a:defRPr sz="1800" kern="1200">
          <a:solidFill>
            <a:schemeClr val="tx1"/>
          </a:solidFill>
          <a:latin typeface="SimHei"/>
          <a:ea typeface="SimHei"/>
          <a:cs typeface="SimHei"/>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标题占位符 1"/>
          <p:cNvSpPr>
            <a:spLocks noGrp="1"/>
          </p:cNvSpPr>
          <p:nvPr>
            <p:ph type="title"/>
            <p:custDataLst>
              <p:tags r:id="rId13"/>
            </p:custDataLst>
          </p:nvPr>
        </p:nvSpPr>
        <p:spPr>
          <a:xfrm>
            <a:off x="608460" y="608506"/>
            <a:ext cx="10970280" cy="705723"/>
          </a:xfrm>
          <a:prstGeom prst="rect">
            <a:avLst/>
          </a:prstGeom>
        </p:spPr>
        <p:txBody>
          <a:bodyPr vert="horz" lIns="90170" tIns="46990" rIns="90170" bIns="46990" rtlCol="0" anchor="ctr"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4"/>
            </p:custDataLst>
          </p:nvPr>
        </p:nvSpPr>
        <p:spPr>
          <a:xfrm>
            <a:off x="608460" y="1490661"/>
            <a:ext cx="10970280" cy="4760033"/>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5"/>
            </p:custDataLst>
          </p:nvPr>
        </p:nvSpPr>
        <p:spPr>
          <a:xfrm>
            <a:off x="612060" y="6315505"/>
            <a:ext cx="2700266" cy="316855"/>
          </a:xfrm>
          <a:prstGeom prst="rect">
            <a:avLst/>
          </a:prstGeom>
        </p:spPr>
        <p:txBody>
          <a:bodyPr vert="horz" lIns="91440" tIns="45720" rIns="91440" bIns="45720" rtlCol="0" anchor="ctr">
            <a:normAutofit/>
          </a:bodyPr>
          <a:lstStyle>
            <a:lvl1pPr algn="l">
              <a:defRPr sz="1000" baseline="0">
                <a:solidFill>
                  <a:schemeClr val="tx1">
                    <a:tint val="75000"/>
                  </a:schemeClr>
                </a:solidFill>
                <a:latin typeface="SimHei" panose="020B0604020202020204" pitchFamily="34" charset="0"/>
                <a:ea typeface="SimHei" panose="020B0503020204020204" pitchFamily="34" charset="-122"/>
              </a:defRPr>
            </a:lvl1pPr>
          </a:lstStyle>
          <a:p>
            <a:endParaRPr lang="zh-CN" altLang="en-US"/>
          </a:p>
        </p:txBody>
      </p:sp>
      <p:sp>
        <p:nvSpPr>
          <p:cNvPr id="5" name="页脚占位符 4"/>
          <p:cNvSpPr>
            <a:spLocks noGrp="1"/>
          </p:cNvSpPr>
          <p:nvPr>
            <p:ph type="ftr" sz="quarter" idx="3"/>
            <p:custDataLst>
              <p:tags r:id="rId16"/>
            </p:custDataLst>
          </p:nvPr>
        </p:nvSpPr>
        <p:spPr>
          <a:xfrm>
            <a:off x="4116405" y="6315505"/>
            <a:ext cx="3960390" cy="316855"/>
          </a:xfrm>
          <a:prstGeom prst="rect">
            <a:avLst/>
          </a:prstGeom>
        </p:spPr>
        <p:txBody>
          <a:bodyPr vert="horz" lIns="91440" tIns="45720" rIns="91440" bIns="45720" rtlCol="0" anchor="ctr">
            <a:normAutofit/>
          </a:bodyPr>
          <a:lstStyle>
            <a:lvl1pPr algn="ctr">
              <a:defRPr sz="1000" baseline="0">
                <a:solidFill>
                  <a:schemeClr val="tx1">
                    <a:tint val="75000"/>
                  </a:schemeClr>
                </a:solidFill>
                <a:latin typeface="SimHei" panose="020B0604020202020204" pitchFamily="34" charset="0"/>
                <a:ea typeface="SimHei" panose="020B0503020204020204" pitchFamily="34" charset="-122"/>
              </a:defRPr>
            </a:lvl1pPr>
          </a:lstStyle>
          <a:p>
            <a:endParaRPr lang="zh-CN" altLang="en-US" dirty="0"/>
          </a:p>
        </p:txBody>
      </p:sp>
      <p:sp>
        <p:nvSpPr>
          <p:cNvPr id="6" name="灯片编号占位符 5"/>
          <p:cNvSpPr>
            <a:spLocks noGrp="1"/>
          </p:cNvSpPr>
          <p:nvPr>
            <p:ph type="sldNum" sz="quarter" idx="4"/>
            <p:custDataLst>
              <p:tags r:id="rId17"/>
            </p:custDataLst>
          </p:nvPr>
        </p:nvSpPr>
        <p:spPr>
          <a:xfrm>
            <a:off x="8878474" y="6315505"/>
            <a:ext cx="2700266" cy="316855"/>
          </a:xfrm>
          <a:prstGeom prst="rect">
            <a:avLst/>
          </a:prstGeom>
        </p:spPr>
        <p:txBody>
          <a:bodyPr vert="horz" lIns="91440" tIns="45720" rIns="91440" bIns="45720" rtlCol="0" anchor="ctr">
            <a:normAutofit/>
          </a:bodyPr>
          <a:lstStyle>
            <a:lvl1pPr algn="r">
              <a:defRPr sz="1000" baseline="0">
                <a:solidFill>
                  <a:schemeClr val="tx1">
                    <a:tint val="75000"/>
                  </a:schemeClr>
                </a:solidFill>
                <a:latin typeface="SimHei" panose="020B0604020202020204" pitchFamily="34" charset="0"/>
                <a:ea typeface="SimHei" panose="020B0503020204020204" pitchFamily="34" charset="-122"/>
              </a:defRPr>
            </a:lvl1pPr>
          </a:lstStyle>
          <a:p>
            <a:fld id="{49AE70B2-8BF9-45C0-BB95-33D1B9D3A854}" type="slidenum">
              <a:rPr lang="zh-CN" altLang="en-US" smtClean="0"/>
            </a:fld>
            <a:endParaRPr lang="zh-CN" altLang="en-US" dirty="0"/>
          </a:p>
        </p:txBody>
      </p:sp>
      <p:sp>
        <p:nvSpPr>
          <p:cNvPr id="8" name="Rectangle 68"/>
          <p:cNvSpPr>
            <a:spLocks noChangeArrowheads="1"/>
          </p:cNvSpPr>
          <p:nvPr userDrawn="1"/>
        </p:nvSpPr>
        <p:spPr bwMode="auto">
          <a:xfrm>
            <a:off x="0" y="647700"/>
            <a:ext cx="12192000" cy="44450"/>
          </a:xfrm>
          <a:prstGeom prst="rect">
            <a:avLst/>
          </a:prstGeom>
          <a:gradFill flip="none" rotWithShape="1">
            <a:gsLst>
              <a:gs pos="87000">
                <a:srgbClr val="0033CC"/>
              </a:gs>
              <a:gs pos="1000">
                <a:srgbClr val="C00000"/>
              </a:gs>
              <a:gs pos="0">
                <a:srgbClr val="C00000"/>
              </a:gs>
            </a:gsLst>
            <a:lin ang="0" scaled="1"/>
            <a:tileRect/>
          </a:gradFill>
          <a:ln w="9525">
            <a:noFill/>
            <a:miter lim="800000"/>
          </a:ln>
        </p:spPr>
        <p:txBody>
          <a:bodyPr wrap="none" anchor="ctr"/>
          <a:lstStyle>
            <a:lvl1pPr>
              <a:defRPr kumimoji="1" sz="2400" b="1">
                <a:solidFill>
                  <a:schemeClr val="tx1"/>
                </a:solidFill>
                <a:latin typeface="SimHei" panose="02020603050405020304" pitchFamily="18" charset="0"/>
                <a:ea typeface="SimHei" panose="02010609030101010101" pitchFamily="49" charset="-122"/>
              </a:defRPr>
            </a:lvl1pPr>
            <a:lvl2pPr marL="742950" indent="-285750">
              <a:defRPr kumimoji="1" sz="2400" b="1">
                <a:solidFill>
                  <a:schemeClr val="tx1"/>
                </a:solidFill>
                <a:latin typeface="SimHei" panose="02020603050405020304" pitchFamily="18" charset="0"/>
                <a:ea typeface="SimHei" panose="02010609030101010101" pitchFamily="49" charset="-122"/>
              </a:defRPr>
            </a:lvl2pPr>
            <a:lvl3pPr marL="1143000" indent="-228600">
              <a:defRPr kumimoji="1" sz="2400" b="1">
                <a:solidFill>
                  <a:schemeClr val="tx1"/>
                </a:solidFill>
                <a:latin typeface="SimHei" panose="02020603050405020304" pitchFamily="18" charset="0"/>
                <a:ea typeface="SimHei" panose="02010609030101010101" pitchFamily="49" charset="-122"/>
              </a:defRPr>
            </a:lvl3pPr>
            <a:lvl4pPr marL="1600200" indent="-228600">
              <a:defRPr kumimoji="1" sz="2400" b="1">
                <a:solidFill>
                  <a:schemeClr val="tx1"/>
                </a:solidFill>
                <a:latin typeface="SimHei" panose="02020603050405020304" pitchFamily="18" charset="0"/>
                <a:ea typeface="SimHei" panose="02010609030101010101" pitchFamily="49" charset="-122"/>
              </a:defRPr>
            </a:lvl4pPr>
            <a:lvl5pPr marL="2057400" indent="-228600">
              <a:defRPr kumimoji="1" sz="2400" b="1">
                <a:solidFill>
                  <a:schemeClr val="tx1"/>
                </a:solidFill>
                <a:latin typeface="SimHei" panose="02020603050405020304" pitchFamily="18" charset="0"/>
                <a:ea typeface="SimHei" panose="02010609030101010101" pitchFamily="49" charset="-122"/>
              </a:defRPr>
            </a:lvl5pPr>
            <a:lvl6pPr marL="25146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6pPr>
            <a:lvl7pPr marL="29718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7pPr>
            <a:lvl8pPr marL="34290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8pPr>
            <a:lvl9pPr marL="38862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9pPr>
          </a:lstStyle>
          <a:p>
            <a:pPr algn="ctr" eaLnBrk="1" hangingPunct="1">
              <a:defRPr/>
            </a:pPr>
            <a:endParaRPr lang="zh-CN" altLang="en-US" sz="2400"/>
          </a:p>
        </p:txBody>
      </p:sp>
    </p:spTree>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sldNum="0"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SimHei" panose="020B0604020202020204" pitchFamily="34" charset="0"/>
          <a:ea typeface="SimHei" panose="020B0503020204020204" pitchFamily="34" charset="-122"/>
          <a:cs typeface="SimHei"/>
        </a:defRPr>
      </a:lvl1pPr>
    </p:titleStyle>
    <p:bodyStyle>
      <a:lvl1pPr marL="228600" indent="-228600" algn="l" defTabSz="914400" rtl="0" eaLnBrk="1" fontAlgn="auto" latinLnBrk="0" hangingPunct="1">
        <a:lnSpc>
          <a:spcPct val="130000"/>
        </a:lnSpc>
        <a:spcBef>
          <a:spcPts val="0"/>
        </a:spcBef>
        <a:spcAft>
          <a:spcPts val="1000"/>
        </a:spcAft>
        <a:buFont typeface="SimHei" panose="020B0604020202020204" pitchFamily="34" charset="0"/>
        <a:buChar char="●"/>
        <a:defRPr sz="1800" u="none" strike="noStrike" kern="1200" cap="none" spc="150" normalizeH="0" baseline="0">
          <a:solidFill>
            <a:schemeClr val="tx1">
              <a:lumMod val="65000"/>
              <a:lumOff val="35000"/>
            </a:schemeClr>
          </a:solidFill>
          <a:uFillTx/>
          <a:latin typeface="SimHei" panose="020B0604020202020204" pitchFamily="34" charset="0"/>
          <a:ea typeface="SimHei" panose="020B0503020204020204" pitchFamily="34" charset="-122"/>
          <a:cs typeface="SimHei"/>
        </a:defRPr>
      </a:lvl1pPr>
      <a:lvl2pPr marL="685800" indent="-228600" algn="l" defTabSz="914400" rtl="0" eaLnBrk="1" fontAlgn="auto" latinLnBrk="0" hangingPunct="1">
        <a:lnSpc>
          <a:spcPct val="120000"/>
        </a:lnSpc>
        <a:spcBef>
          <a:spcPts val="0"/>
        </a:spcBef>
        <a:spcAft>
          <a:spcPts val="600"/>
        </a:spcAft>
        <a:buFont typeface="SimHei" panose="020B0604020202020204" pitchFamily="34" charset="0"/>
        <a:buChar char="●"/>
        <a:tabLst>
          <a:tab pos="1609090" algn="l"/>
          <a:tab pos="1609090" algn="l"/>
          <a:tab pos="1609090" algn="l"/>
          <a:tab pos="1609090" algn="l"/>
        </a:tabLst>
        <a:defRPr sz="1600" u="none" strike="noStrike" kern="1200" cap="none" spc="150" normalizeH="0" baseline="0">
          <a:solidFill>
            <a:schemeClr val="tx1">
              <a:lumMod val="65000"/>
              <a:lumOff val="35000"/>
            </a:schemeClr>
          </a:solidFill>
          <a:uFillTx/>
          <a:latin typeface="SimHei" panose="020B0604020202020204" pitchFamily="34" charset="0"/>
          <a:ea typeface="SimHei" panose="020B0503020204020204" pitchFamily="34" charset="-122"/>
          <a:cs typeface="SimHei"/>
        </a:defRPr>
      </a:lvl2pPr>
      <a:lvl3pPr marL="1143000" indent="-228600" algn="l" defTabSz="914400" rtl="0" eaLnBrk="1" fontAlgn="auto" latinLnBrk="0" hangingPunct="1">
        <a:lnSpc>
          <a:spcPct val="120000"/>
        </a:lnSpc>
        <a:spcBef>
          <a:spcPts val="0"/>
        </a:spcBef>
        <a:spcAft>
          <a:spcPts val="600"/>
        </a:spcAft>
        <a:buFont typeface="SimHei" panose="020B0604020202020204" pitchFamily="34" charset="0"/>
        <a:buChar char="●"/>
        <a:defRPr sz="1600" u="none" strike="noStrike" kern="1200" cap="none" spc="150" normalizeH="0" baseline="0">
          <a:solidFill>
            <a:schemeClr val="tx1">
              <a:lumMod val="65000"/>
              <a:lumOff val="35000"/>
            </a:schemeClr>
          </a:solidFill>
          <a:uFillTx/>
          <a:latin typeface="SimHei" panose="020B0604020202020204" pitchFamily="34" charset="0"/>
          <a:ea typeface="SimHei" panose="020B0503020204020204" pitchFamily="34" charset="-122"/>
          <a:cs typeface="SimHei"/>
        </a:defRPr>
      </a:lvl3pPr>
      <a:lvl4pPr marL="1600200" indent="-228600" algn="l" defTabSz="914400" rtl="0" eaLnBrk="1" fontAlgn="auto" latinLnBrk="0" hangingPunct="1">
        <a:lnSpc>
          <a:spcPct val="120000"/>
        </a:lnSpc>
        <a:spcBef>
          <a:spcPts val="0"/>
        </a:spcBef>
        <a:spcAft>
          <a:spcPts val="300"/>
        </a:spcAft>
        <a:buFont typeface="SimHei" panose="05000000000000000000" charset="0"/>
        <a:buChar char=""/>
        <a:defRPr sz="1400" u="none" strike="noStrike" kern="1200" cap="none" spc="150" normalizeH="0" baseline="0">
          <a:solidFill>
            <a:schemeClr val="tx1">
              <a:lumMod val="65000"/>
              <a:lumOff val="35000"/>
            </a:schemeClr>
          </a:solidFill>
          <a:uFillTx/>
          <a:latin typeface="SimHei" panose="020B0604020202020204" pitchFamily="34" charset="0"/>
          <a:ea typeface="SimHei" panose="020B0503020204020204" pitchFamily="34" charset="-122"/>
          <a:cs typeface="SimHei"/>
        </a:defRPr>
      </a:lvl4pPr>
      <a:lvl5pPr marL="2057400" indent="-228600" algn="l" defTabSz="914400" rtl="0" eaLnBrk="1" fontAlgn="auto" latinLnBrk="0" hangingPunct="1">
        <a:lnSpc>
          <a:spcPct val="120000"/>
        </a:lnSpc>
        <a:spcBef>
          <a:spcPts val="0"/>
        </a:spcBef>
        <a:spcAft>
          <a:spcPts val="300"/>
        </a:spcAft>
        <a:buFont typeface="SimHei" panose="020B0604020202020204" pitchFamily="34" charset="0"/>
        <a:buChar char="•"/>
        <a:defRPr sz="1400" u="none" strike="noStrike" kern="1200" cap="none" spc="150" normalizeH="0" baseline="0">
          <a:solidFill>
            <a:schemeClr val="tx1">
              <a:lumMod val="65000"/>
              <a:lumOff val="35000"/>
            </a:schemeClr>
          </a:solidFill>
          <a:uFillTx/>
          <a:latin typeface="SimHei" panose="020B0604020202020204" pitchFamily="34" charset="0"/>
          <a:ea typeface="SimHei" panose="020B0503020204020204" pitchFamily="34" charset="-122"/>
          <a:cs typeface="SimHei"/>
        </a:defRPr>
      </a:lvl5pPr>
      <a:lvl6pPr marL="2515235" indent="-228600" algn="l" defTabSz="914400" rtl="0" eaLnBrk="1" latinLnBrk="0" hangingPunct="1">
        <a:lnSpc>
          <a:spcPct val="90000"/>
        </a:lnSpc>
        <a:spcBef>
          <a:spcPts val="500"/>
        </a:spcBef>
        <a:buFont typeface="SimHei" panose="020B0604020202020204" pitchFamily="34" charset="0"/>
        <a:buChar char="•"/>
        <a:defRPr sz="1800" kern="1200">
          <a:solidFill>
            <a:schemeClr val="tx1"/>
          </a:solidFill>
          <a:latin typeface="SimHei"/>
          <a:ea typeface="SimHei"/>
          <a:cs typeface="SimHei"/>
        </a:defRPr>
      </a:lvl6pPr>
      <a:lvl7pPr marL="2972435" indent="-228600" algn="l" defTabSz="914400" rtl="0" eaLnBrk="1" latinLnBrk="0" hangingPunct="1">
        <a:lnSpc>
          <a:spcPct val="90000"/>
        </a:lnSpc>
        <a:spcBef>
          <a:spcPts val="500"/>
        </a:spcBef>
        <a:buFont typeface="SimHei" panose="020B0604020202020204" pitchFamily="34" charset="0"/>
        <a:buChar char="•"/>
        <a:defRPr sz="1800" kern="1200">
          <a:solidFill>
            <a:schemeClr val="tx1"/>
          </a:solidFill>
          <a:latin typeface="SimHei"/>
          <a:ea typeface="SimHei"/>
          <a:cs typeface="SimHei"/>
        </a:defRPr>
      </a:lvl7pPr>
      <a:lvl8pPr marL="3429635" indent="-228600" algn="l" defTabSz="914400" rtl="0" eaLnBrk="1" latinLnBrk="0" hangingPunct="1">
        <a:lnSpc>
          <a:spcPct val="90000"/>
        </a:lnSpc>
        <a:spcBef>
          <a:spcPts val="500"/>
        </a:spcBef>
        <a:buFont typeface="SimHei" panose="020B0604020202020204" pitchFamily="34" charset="0"/>
        <a:buChar char="•"/>
        <a:defRPr sz="1800" kern="1200">
          <a:solidFill>
            <a:schemeClr val="tx1"/>
          </a:solidFill>
          <a:latin typeface="SimHei"/>
          <a:ea typeface="SimHei"/>
          <a:cs typeface="SimHei"/>
        </a:defRPr>
      </a:lvl8pPr>
      <a:lvl9pPr marL="3886835" indent="-228600" algn="l" defTabSz="914400" rtl="0" eaLnBrk="1" latinLnBrk="0" hangingPunct="1">
        <a:lnSpc>
          <a:spcPct val="90000"/>
        </a:lnSpc>
        <a:spcBef>
          <a:spcPts val="500"/>
        </a:spcBef>
        <a:buFont typeface="SimHei" panose="020B0604020202020204" pitchFamily="34" charset="0"/>
        <a:buChar char="•"/>
        <a:defRPr sz="1800" kern="1200">
          <a:solidFill>
            <a:schemeClr val="tx1"/>
          </a:solidFill>
          <a:latin typeface="SimHei"/>
          <a:ea typeface="SimHei"/>
          <a:cs typeface="SimHei"/>
        </a:defRPr>
      </a:lvl9pPr>
    </p:bodyStyle>
    <p:otherStyle>
      <a:defPPr>
        <a:defRPr lang="zh-CN"/>
      </a:defPPr>
      <a:lvl1pPr marL="0" algn="l" defTabSz="914400" rtl="0" eaLnBrk="1" latinLnBrk="0" hangingPunct="1">
        <a:defRPr sz="1800" kern="1200">
          <a:solidFill>
            <a:schemeClr val="tx1"/>
          </a:solidFill>
          <a:latin typeface="SimHei"/>
          <a:ea typeface="SimHei"/>
          <a:cs typeface="SimHei"/>
        </a:defRPr>
      </a:lvl1pPr>
      <a:lvl2pPr marL="457200" algn="l" defTabSz="914400" rtl="0" eaLnBrk="1" latinLnBrk="0" hangingPunct="1">
        <a:defRPr sz="1800" kern="1200">
          <a:solidFill>
            <a:schemeClr val="tx1"/>
          </a:solidFill>
          <a:latin typeface="SimHei"/>
          <a:ea typeface="SimHei"/>
          <a:cs typeface="SimHei"/>
        </a:defRPr>
      </a:lvl2pPr>
      <a:lvl3pPr marL="914400" algn="l" defTabSz="914400" rtl="0" eaLnBrk="1" latinLnBrk="0" hangingPunct="1">
        <a:defRPr sz="1800" kern="1200">
          <a:solidFill>
            <a:schemeClr val="tx1"/>
          </a:solidFill>
          <a:latin typeface="SimHei"/>
          <a:ea typeface="SimHei"/>
          <a:cs typeface="SimHei"/>
        </a:defRPr>
      </a:lvl3pPr>
      <a:lvl4pPr marL="1371600" algn="l" defTabSz="914400" rtl="0" eaLnBrk="1" latinLnBrk="0" hangingPunct="1">
        <a:defRPr sz="1800" kern="1200">
          <a:solidFill>
            <a:schemeClr val="tx1"/>
          </a:solidFill>
          <a:latin typeface="SimHei"/>
          <a:ea typeface="SimHei"/>
          <a:cs typeface="SimHei"/>
        </a:defRPr>
      </a:lvl4pPr>
      <a:lvl5pPr marL="1828800" algn="l" defTabSz="914400" rtl="0" eaLnBrk="1" latinLnBrk="0" hangingPunct="1">
        <a:defRPr sz="1800" kern="1200">
          <a:solidFill>
            <a:schemeClr val="tx1"/>
          </a:solidFill>
          <a:latin typeface="SimHei"/>
          <a:ea typeface="SimHei"/>
          <a:cs typeface="SimHei"/>
        </a:defRPr>
      </a:lvl5pPr>
      <a:lvl6pPr marL="2286000" algn="l" defTabSz="914400" rtl="0" eaLnBrk="1" latinLnBrk="0" hangingPunct="1">
        <a:defRPr sz="1800" kern="1200">
          <a:solidFill>
            <a:schemeClr val="tx1"/>
          </a:solidFill>
          <a:latin typeface="SimHei"/>
          <a:ea typeface="SimHei"/>
          <a:cs typeface="SimHei"/>
        </a:defRPr>
      </a:lvl6pPr>
      <a:lvl7pPr marL="2743835" algn="l" defTabSz="914400" rtl="0" eaLnBrk="1" latinLnBrk="0" hangingPunct="1">
        <a:defRPr sz="1800" kern="1200">
          <a:solidFill>
            <a:schemeClr val="tx1"/>
          </a:solidFill>
          <a:latin typeface="SimHei"/>
          <a:ea typeface="SimHei"/>
          <a:cs typeface="SimHei"/>
        </a:defRPr>
      </a:lvl7pPr>
      <a:lvl8pPr marL="3201035" algn="l" defTabSz="914400" rtl="0" eaLnBrk="1" latinLnBrk="0" hangingPunct="1">
        <a:defRPr sz="1800" kern="1200">
          <a:solidFill>
            <a:schemeClr val="tx1"/>
          </a:solidFill>
          <a:latin typeface="SimHei"/>
          <a:ea typeface="SimHei"/>
          <a:cs typeface="SimHei"/>
        </a:defRPr>
      </a:lvl8pPr>
      <a:lvl9pPr marL="3658235" algn="l" defTabSz="914400" rtl="0" eaLnBrk="1" latinLnBrk="0" hangingPunct="1">
        <a:defRPr sz="1800" kern="1200">
          <a:solidFill>
            <a:schemeClr val="tx1"/>
          </a:solidFill>
          <a:latin typeface="SimHei"/>
          <a:ea typeface="SimHei"/>
          <a:cs typeface="SimHe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1.png"/><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J. Phys. D 59 (2026) 125201；[2] Plasma Sources Sci. Technol. 34 (2025) 125004</a:t>
            </a:r>
          </a:p>
        </p:txBody>
      </p:sp>
      <p:sp>
        <p:nvSpPr>
          <p:cNvPr id="5" name="TextBox 4"/>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 / 26</a:t>
            </a:r>
          </a:p>
        </p:txBody>
      </p:sp>
      <p:sp>
        <p:nvSpPr>
          <p:cNvPr id="6" name="TextBox 5"/>
          <p:cNvSpPr txBox="1"/>
          <p:nvPr/>
        </p:nvSpPr>
        <p:spPr>
          <a:xfrm>
            <a:off x="594360" y="155448"/>
            <a:ext cx="10424160" cy="32004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700" b="1" lang="zh-CN" altLang="en-US">
                <a:solidFill>
                  <a:srgbClr val="526177"/>
                </a:solidFill>
                <a:latin typeface="SimHei"/>
                <a:ea typeface="SimHei"/>
                <a:cs typeface="SimHei"/>
              </a:rPr>
              <a:t>文献分享  /  PAPER READING</a:t>
            </a:r>
          </a:p>
        </p:txBody>
      </p:sp>
      <p:sp>
        <p:nvSpPr>
          <p:cNvPr id="7" name="TextBox 6"/>
          <p:cNvSpPr txBox="1"/>
          <p:nvPr/>
        </p:nvSpPr>
        <p:spPr>
          <a:xfrm>
            <a:off x="694944" y="1042415"/>
            <a:ext cx="10789920" cy="1408176"/>
          </a:xfrm>
          <a:prstGeom prst="rect">
            <a:avLst/>
          </a:prstGeom>
          <a:noFill/>
        </p:spPr>
        <p:txBody>
          <a:bodyPr wrap="square" lIns="13716" rIns="13716" tIns="13716" bIns="13716" anchor="t">
            <a:spAutoFit/>
          </a:bodyPr>
          <a:lstStyle/>
          <a:p>
            <a:pPr algn="ctr">
              <a:lnSpc>
                <a:spcPct val="112000"/>
              </a:lnSpc>
              <a:spcBef>
                <a:spcPts val="0"/>
              </a:spcBef>
              <a:spcAft>
                <a:spcPts val="0"/>
              </a:spcAft>
              <a:buNone/>
            </a:pPr>
            <a:r>
              <a:rPr sz="3600" b="1" lang="zh-CN" altLang="en-US">
                <a:solidFill>
                  <a:srgbClr val="005BC4"/>
                </a:solidFill>
                <a:latin typeface="SimHei"/>
                <a:ea typeface="SimHei"/>
                <a:cs typeface="SimHei"/>
              </a:rPr>
              <a:t>C</a:t>
            </a:r>
            <a:r>
              <a:rPr sz="2592" b="1" lang="zh-CN" altLang="en-US" baseline="-24000">
                <a:solidFill>
                  <a:srgbClr val="005BC4"/>
                </a:solidFill>
                <a:latin typeface="SimHei"/>
                <a:ea typeface="SimHei"/>
                <a:cs typeface="SimHei"/>
              </a:rPr>
              <a:t>4</a:t>
            </a:r>
            <a:r>
              <a:rPr sz="3600" b="1" lang="zh-CN" altLang="en-US">
                <a:solidFill>
                  <a:srgbClr val="005BC4"/>
                </a:solidFill>
                <a:latin typeface="SimHei"/>
                <a:ea typeface="SimHei"/>
                <a:cs typeface="SimHei"/>
              </a:rPr>
              <a:t>F</a:t>
            </a:r>
            <a:r>
              <a:rPr sz="2592" b="1" lang="zh-CN" altLang="en-US" baseline="-24000">
                <a:solidFill>
                  <a:srgbClr val="005BC4"/>
                </a:solidFill>
                <a:latin typeface="SimHei"/>
                <a:ea typeface="SimHei"/>
                <a:cs typeface="SimHei"/>
              </a:rPr>
              <a:t>7</a:t>
            </a:r>
            <a:r>
              <a:rPr sz="3600" b="1" lang="zh-CN" altLang="en-US">
                <a:solidFill>
                  <a:srgbClr val="005BC4"/>
                </a:solidFill>
                <a:latin typeface="SimHei"/>
                <a:ea typeface="SimHei"/>
                <a:cs typeface="SimHei"/>
              </a:rPr>
              <a:t>N 的电子碰撞截面</a:t>
            </a:r>
          </a:p>
          <a:p>
            <a:pPr algn="ctr">
              <a:lnSpc>
                <a:spcPct val="112000"/>
              </a:lnSpc>
              <a:spcBef>
                <a:spcPts val="0"/>
              </a:spcBef>
              <a:spcAft>
                <a:spcPts val="0"/>
              </a:spcAft>
              <a:buNone/>
            </a:pPr>
            <a:r>
              <a:rPr sz="3600" b="1" lang="zh-CN" altLang="en-US">
                <a:solidFill>
                  <a:srgbClr val="005BC4"/>
                </a:solidFill>
                <a:latin typeface="SimHei"/>
                <a:ea typeface="SimHei"/>
                <a:cs typeface="SimHei"/>
              </a:rPr>
              <a:t>与负流注放电特性</a:t>
            </a:r>
          </a:p>
        </p:txBody>
      </p:sp>
      <p:sp>
        <p:nvSpPr>
          <p:cNvPr id="8" name="TextBox 7"/>
          <p:cNvSpPr txBox="1"/>
          <p:nvPr/>
        </p:nvSpPr>
        <p:spPr>
          <a:xfrm>
            <a:off x="813816" y="2752344"/>
            <a:ext cx="10561320" cy="429768"/>
          </a:xfrm>
          <a:prstGeom prst="rect">
            <a:avLst/>
          </a:prstGeom>
          <a:noFill/>
        </p:spPr>
        <p:txBody>
          <a:bodyPr wrap="square" lIns="13716" rIns="13716" tIns="13716" bIns="13716" anchor="t">
            <a:spAutoFit/>
          </a:bodyPr>
          <a:lstStyle/>
          <a:p>
            <a:pPr algn="ctr">
              <a:lnSpc>
                <a:spcPct val="112000"/>
              </a:lnSpc>
              <a:spcBef>
                <a:spcPts val="0"/>
              </a:spcBef>
              <a:spcAft>
                <a:spcPts val="0"/>
              </a:spcAft>
              <a:buNone/>
            </a:pPr>
            <a:r>
              <a:rPr sz="2300" b="1" lang="zh-CN" altLang="en-US">
                <a:solidFill>
                  <a:srgbClr val="C00000"/>
                </a:solidFill>
                <a:latin typeface="SimHei"/>
                <a:ea typeface="SimHei"/>
                <a:cs typeface="SimHei"/>
              </a:rPr>
              <a:t>两篇文献分享：从微观参数到环保绝缘气体评价</a:t>
            </a:r>
          </a:p>
        </p:txBody>
      </p:sp>
      <p:sp>
        <p:nvSpPr>
          <p:cNvPr id="9" name="Rounded Rectangle 8"/>
          <p:cNvSpPr/>
          <p:nvPr/>
        </p:nvSpPr>
        <p:spPr>
          <a:xfrm>
            <a:off x="667512" y="3602736"/>
            <a:ext cx="5358384" cy="1682496"/>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67512" y="3602736"/>
            <a:ext cx="50292" cy="1682496"/>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3" y="3721608"/>
            <a:ext cx="50292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文献一｜电子碰撞数据</a:t>
            </a:r>
          </a:p>
        </p:txBody>
      </p:sp>
      <p:sp>
        <p:nvSpPr>
          <p:cNvPr id="12" name="TextBox 11"/>
          <p:cNvSpPr txBox="1"/>
          <p:nvPr/>
        </p:nvSpPr>
        <p:spPr>
          <a:xfrm>
            <a:off x="832103" y="4242816"/>
            <a:ext cx="5029200" cy="96012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00" b="0" lang="zh-CN" altLang="en-US">
                <a:solidFill>
                  <a:srgbClr val="000000"/>
                </a:solidFill>
                <a:latin typeface="SimHei"/>
                <a:ea typeface="SimHei"/>
                <a:cs typeface="SimHei"/>
              </a:rPr>
              <a:t>Metting van Rijn &amp; Franck (2026)</a:t>
            </a:r>
          </a:p>
          <a:p>
            <a:pPr algn="l">
              <a:lnSpc>
                <a:spcPct val="112000"/>
              </a:lnSpc>
              <a:spcBef>
                <a:spcPts val="0"/>
              </a:spcBef>
              <a:spcAft>
                <a:spcPts val="0"/>
              </a:spcAft>
              <a:buNone/>
            </a:pPr>
            <a:r>
              <a:rPr sz="1800" b="0" lang="zh-CN" altLang="en-US">
                <a:solidFill>
                  <a:srgbClr val="000000"/>
                </a:solidFill>
                <a:latin typeface="SimHei"/>
                <a:ea typeface="SimHei"/>
                <a:cs typeface="SimHei"/>
              </a:rPr>
              <a:t>J. Phys. D 59, 125201</a:t>
            </a:r>
          </a:p>
          <a:p>
            <a:pPr algn="l">
              <a:lnSpc>
                <a:spcPct val="112000"/>
              </a:lnSpc>
              <a:spcBef>
                <a:spcPts val="0"/>
              </a:spcBef>
              <a:spcAft>
                <a:spcPts val="0"/>
              </a:spcAft>
              <a:buNone/>
            </a:pPr>
            <a:r>
              <a:rPr sz="1800" b="0" lang="zh-CN" altLang="en-US">
                <a:solidFill>
                  <a:srgbClr val="000000"/>
                </a:solidFill>
                <a:latin typeface="SimHei"/>
                <a:ea typeface="SimHei"/>
                <a:cs typeface="SimHei"/>
              </a:rPr>
              <a:t>截面构建与群参数检验</a:t>
            </a:r>
          </a:p>
        </p:txBody>
      </p:sp>
      <p:sp>
        <p:nvSpPr>
          <p:cNvPr id="13" name="Rounded Rectangle 12"/>
          <p:cNvSpPr/>
          <p:nvPr/>
        </p:nvSpPr>
        <p:spPr>
          <a:xfrm>
            <a:off x="6190488" y="3602736"/>
            <a:ext cx="5358384" cy="1682496"/>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3602736"/>
            <a:ext cx="50292" cy="1682496"/>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79" y="3721608"/>
            <a:ext cx="50292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文献二｜针板负流注</a:t>
            </a:r>
          </a:p>
        </p:txBody>
      </p:sp>
      <p:sp>
        <p:nvSpPr>
          <p:cNvPr id="16" name="TextBox 15"/>
          <p:cNvSpPr txBox="1"/>
          <p:nvPr/>
        </p:nvSpPr>
        <p:spPr>
          <a:xfrm>
            <a:off x="6355079" y="4242816"/>
            <a:ext cx="5029200" cy="96012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00" b="0" lang="zh-CN" altLang="en-US">
                <a:solidFill>
                  <a:srgbClr val="000000"/>
                </a:solidFill>
                <a:latin typeface="SimHei"/>
                <a:ea typeface="SimHei"/>
                <a:cs typeface="SimHei"/>
              </a:rPr>
              <a:t>Simonovic et al. (2025)</a:t>
            </a:r>
          </a:p>
          <a:p>
            <a:pPr algn="l">
              <a:lnSpc>
                <a:spcPct val="112000"/>
              </a:lnSpc>
              <a:spcBef>
                <a:spcPts val="0"/>
              </a:spcBef>
              <a:spcAft>
                <a:spcPts val="0"/>
              </a:spcAft>
              <a:buNone/>
            </a:pPr>
            <a:r>
              <a:rPr sz="1800" b="0" lang="zh-CN" altLang="en-US">
                <a:solidFill>
                  <a:srgbClr val="000000"/>
                </a:solidFill>
                <a:latin typeface="SimHei"/>
                <a:ea typeface="SimHei"/>
                <a:cs typeface="SimHei"/>
              </a:rPr>
              <a:t>Plasma Sources Sci. Technol. 34, 125004</a:t>
            </a:r>
          </a:p>
          <a:p>
            <a:pPr algn="l">
              <a:lnSpc>
                <a:spcPct val="112000"/>
              </a:lnSpc>
              <a:spcBef>
                <a:spcPts val="0"/>
              </a:spcBef>
              <a:spcAft>
                <a:spcPts val="0"/>
              </a:spcAft>
              <a:buNone/>
            </a:pPr>
            <a:r>
              <a:rPr sz="1800" b="0" lang="zh-CN" altLang="en-US">
                <a:solidFill>
                  <a:srgbClr val="000000"/>
                </a:solidFill>
                <a:latin typeface="SimHei"/>
                <a:ea typeface="SimHei"/>
                <a:cs typeface="SimHei"/>
              </a:rPr>
              <a:t>非均匀场中的混合气比较</a:t>
            </a:r>
          </a:p>
        </p:txBody>
      </p:sp>
      <p:sp>
        <p:nvSpPr>
          <p:cNvPr id="17" name="TextBox 16"/>
          <p:cNvSpPr txBox="1"/>
          <p:nvPr/>
        </p:nvSpPr>
        <p:spPr>
          <a:xfrm>
            <a:off x="777240" y="5742432"/>
            <a:ext cx="5486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汇报人：____________</a:t>
            </a:r>
          </a:p>
        </p:txBody>
      </p:sp>
      <p:sp>
        <p:nvSpPr>
          <p:cNvPr id="18" name="TextBox 17"/>
          <p:cNvSpPr txBox="1"/>
          <p:nvPr/>
        </p:nvSpPr>
        <p:spPr>
          <a:xfrm>
            <a:off x="7863840" y="5742432"/>
            <a:ext cx="356616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日期：____________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汇报结构与三个核心问题</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02</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逻辑主线：数据如何得到、是否可信、如何进入应用</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J. Phys. D 59 (2026) 125201；[2] Plasma Sources Sci. Technol. 34 (2025) 125004</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2 / 26</a:t>
            </a:r>
          </a:p>
        </p:txBody>
      </p:sp>
      <p:sp>
        <p:nvSpPr>
          <p:cNvPr id="9" name="Rounded Rectangle 8"/>
          <p:cNvSpPr/>
          <p:nvPr/>
        </p:nvSpPr>
        <p:spPr>
          <a:xfrm>
            <a:off x="621792" y="1572768"/>
            <a:ext cx="5468112" cy="1755648"/>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 y="1572768"/>
            <a:ext cx="50292" cy="1755648"/>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691640"/>
            <a:ext cx="5138928"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01  研究基础</a:t>
            </a:r>
          </a:p>
        </p:txBody>
      </p:sp>
      <p:sp>
        <p:nvSpPr>
          <p:cNvPr id="12" name="TextBox 11"/>
          <p:cNvSpPr txBox="1"/>
          <p:nvPr/>
        </p:nvSpPr>
        <p:spPr>
          <a:xfrm>
            <a:off x="786384" y="2212848"/>
            <a:ext cx="5138928" cy="1033271"/>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0" lang="zh-CN" altLang="en-US">
                <a:solidFill>
                  <a:srgbClr val="000000"/>
                </a:solidFill>
                <a:latin typeface="SimHei"/>
                <a:ea typeface="SimHei"/>
                <a:cs typeface="SimHei"/>
              </a:rPr>
              <a:t>电子群参数、截面与非均匀放电的联系</a:t>
            </a:r>
          </a:p>
        </p:txBody>
      </p:sp>
      <p:sp>
        <p:nvSpPr>
          <p:cNvPr id="13" name="Rounded Rectangle 12"/>
          <p:cNvSpPr/>
          <p:nvPr/>
        </p:nvSpPr>
        <p:spPr>
          <a:xfrm>
            <a:off x="6364224" y="1572768"/>
            <a:ext cx="5468112" cy="1755648"/>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64224" y="1572768"/>
            <a:ext cx="50292" cy="1755648"/>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91640"/>
            <a:ext cx="5138928"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02  文献一</a:t>
            </a:r>
          </a:p>
        </p:txBody>
      </p:sp>
      <p:sp>
        <p:nvSpPr>
          <p:cNvPr id="16" name="TextBox 15"/>
          <p:cNvSpPr txBox="1"/>
          <p:nvPr/>
        </p:nvSpPr>
        <p:spPr>
          <a:xfrm>
            <a:off x="6528816" y="2212848"/>
            <a:ext cx="5138928" cy="1033271"/>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0" lang="zh-CN" altLang="en-US">
                <a:solidFill>
                  <a:srgbClr val="000000"/>
                </a:solidFill>
                <a:latin typeface="SimHei"/>
                <a:ea typeface="SimHei"/>
                <a:cs typeface="SimHei"/>
              </a:rPr>
              <a:t>多源证据构建截面；纯气体与混合气检验</a:t>
            </a:r>
          </a:p>
        </p:txBody>
      </p:sp>
      <p:sp>
        <p:nvSpPr>
          <p:cNvPr id="17" name="Rounded Rectangle 16"/>
          <p:cNvSpPr/>
          <p:nvPr/>
        </p:nvSpPr>
        <p:spPr>
          <a:xfrm>
            <a:off x="621792" y="3611880"/>
            <a:ext cx="5468112" cy="1755648"/>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2" y="3611880"/>
            <a:ext cx="50292" cy="1755648"/>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3730752"/>
            <a:ext cx="5138928"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03  文献二</a:t>
            </a:r>
          </a:p>
        </p:txBody>
      </p:sp>
      <p:sp>
        <p:nvSpPr>
          <p:cNvPr id="20" name="TextBox 19"/>
          <p:cNvSpPr txBox="1"/>
          <p:nvPr/>
        </p:nvSpPr>
        <p:spPr>
          <a:xfrm>
            <a:off x="786384" y="4251960"/>
            <a:ext cx="5138928" cy="1033271"/>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0" lang="zh-CN" altLang="en-US">
                <a:solidFill>
                  <a:srgbClr val="000000"/>
                </a:solidFill>
                <a:latin typeface="SimHei"/>
                <a:ea typeface="SimHei"/>
                <a:cs typeface="SimHei"/>
              </a:rPr>
              <a:t>曲线电极模型；三档背景场下负流注比较</a:t>
            </a:r>
          </a:p>
        </p:txBody>
      </p:sp>
      <p:sp>
        <p:nvSpPr>
          <p:cNvPr id="21" name="Rounded Rectangle 20"/>
          <p:cNvSpPr/>
          <p:nvPr/>
        </p:nvSpPr>
        <p:spPr>
          <a:xfrm>
            <a:off x="6364224" y="3611880"/>
            <a:ext cx="5468112" cy="1755648"/>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64224" y="3611880"/>
            <a:ext cx="50292" cy="1755648"/>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28816" y="3730752"/>
            <a:ext cx="5138928"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04  对研究的启发</a:t>
            </a:r>
          </a:p>
        </p:txBody>
      </p:sp>
      <p:sp>
        <p:nvSpPr>
          <p:cNvPr id="24" name="TextBox 23"/>
          <p:cNvSpPr txBox="1"/>
          <p:nvPr/>
        </p:nvSpPr>
        <p:spPr>
          <a:xfrm>
            <a:off x="6528816" y="4251960"/>
            <a:ext cx="5138928" cy="1033271"/>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0" lang="zh-CN" altLang="en-US">
                <a:solidFill>
                  <a:srgbClr val="000000"/>
                </a:solidFill>
                <a:latin typeface="SimHei"/>
                <a:ea typeface="SimHei"/>
                <a:cs typeface="SimHei"/>
              </a:rPr>
              <a:t>低能数据、通道可辨识性与不确定性传递</a:t>
            </a:r>
          </a:p>
        </p:txBody>
      </p:sp>
      <p:sp>
        <p:nvSpPr>
          <p:cNvPr id="25" name="Rounded Rectangle 24"/>
          <p:cNvSpPr/>
          <p:nvPr/>
        </p:nvSpPr>
        <p:spPr>
          <a:xfrm>
            <a:off x="502920" y="5843016"/>
            <a:ext cx="11201400" cy="484632"/>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934455"/>
            <a:ext cx="10835640" cy="34747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005BC4"/>
                </a:solidFill>
                <a:latin typeface="SimHei"/>
                <a:ea typeface="SimHei"/>
                <a:cs typeface="SimHei"/>
              </a:rPr>
              <a:t>核心问题：怎样得到数据？怎样检验数据？怎样支撑放电评价？</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研究背景：为什么需要微观放电数据？</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03</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环保替代气体的评价，需要连接分子碰撞与宏观放电</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J. Phys. D 59 (2026) 125201；[2] Plasma Sources Sci. Technol. 34 (2025) 125004</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3 / 26</a:t>
            </a:r>
          </a:p>
        </p:txBody>
      </p:sp>
      <p:sp>
        <p:nvSpPr>
          <p:cNvPr id="9" name="Rounded Rectangle 8"/>
          <p:cNvSpPr/>
          <p:nvPr/>
        </p:nvSpPr>
        <p:spPr>
          <a:xfrm>
            <a:off x="576072" y="1773936"/>
            <a:ext cx="3429000" cy="21031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6072" y="1773936"/>
            <a:ext cx="50292" cy="21031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1892807"/>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碰撞截面</a:t>
            </a:r>
          </a:p>
        </p:txBody>
      </p:sp>
      <p:sp>
        <p:nvSpPr>
          <p:cNvPr id="12" name="TextBox 11"/>
          <p:cNvSpPr txBox="1"/>
          <p:nvPr/>
        </p:nvSpPr>
        <p:spPr>
          <a:xfrm>
            <a:off x="740664" y="2414015"/>
            <a:ext cx="3099816" cy="1380743"/>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0" lang="zh-CN" altLang="en-US">
                <a:solidFill>
                  <a:srgbClr val="000000"/>
                </a:solidFill>
                <a:latin typeface="SimHei"/>
                <a:ea typeface="SimHei"/>
                <a:cs typeface="SimHei"/>
              </a:rPr>
              <a:t>σ</a:t>
            </a:r>
            <a:r>
              <a:rPr sz="1584" b="0" lang="zh-CN" altLang="en-US" baseline="-24000">
                <a:solidFill>
                  <a:srgbClr val="000000"/>
                </a:solidFill>
                <a:latin typeface="SimHei"/>
                <a:ea typeface="SimHei"/>
                <a:cs typeface="SimHei"/>
              </a:rPr>
              <a:t>j</a:t>
            </a:r>
            <a:r>
              <a:rPr sz="2200" b="0" lang="zh-CN" altLang="en-US">
                <a:solidFill>
                  <a:srgbClr val="000000"/>
                </a:solidFill>
                <a:latin typeface="SimHei"/>
                <a:ea typeface="SimHei"/>
                <a:cs typeface="SimHei"/>
              </a:rPr>
              <a:t>(ε)</a:t>
            </a:r>
          </a:p>
          <a:p>
            <a:pPr algn="l">
              <a:lnSpc>
                <a:spcPct val="112000"/>
              </a:lnSpc>
              <a:spcBef>
                <a:spcPts val="0"/>
              </a:spcBef>
              <a:spcAft>
                <a:spcPts val="0"/>
              </a:spcAft>
              <a:buNone/>
            </a:pPr>
            <a:r>
              <a:rPr sz="2200" b="0" lang="zh-CN" altLang="en-US">
                <a:solidFill>
                  <a:srgbClr val="000000"/>
                </a:solidFill>
                <a:latin typeface="SimHei"/>
                <a:ea typeface="SimHei"/>
                <a:cs typeface="SimHei"/>
              </a:rPr>
              <a:t>弹性、激发、电离、附着</a:t>
            </a:r>
          </a:p>
        </p:txBody>
      </p:sp>
      <p:sp>
        <p:nvSpPr>
          <p:cNvPr id="13" name="Rounded Rectangle 12"/>
          <p:cNvSpPr/>
          <p:nvPr/>
        </p:nvSpPr>
        <p:spPr>
          <a:xfrm>
            <a:off x="4398264" y="1773936"/>
            <a:ext cx="3429000" cy="21031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8264" y="1773936"/>
            <a:ext cx="50292" cy="21031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5" y="1892807"/>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电子群参数</a:t>
            </a:r>
          </a:p>
        </p:txBody>
      </p:sp>
      <p:sp>
        <p:nvSpPr>
          <p:cNvPr id="16" name="TextBox 15"/>
          <p:cNvSpPr txBox="1"/>
          <p:nvPr/>
        </p:nvSpPr>
        <p:spPr>
          <a:xfrm>
            <a:off x="4562855" y="2414015"/>
            <a:ext cx="3099816" cy="1380743"/>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0" lang="zh-CN" altLang="en-US">
                <a:solidFill>
                  <a:srgbClr val="000000"/>
                </a:solidFill>
                <a:latin typeface="SimHei"/>
                <a:ea typeface="SimHei"/>
                <a:cs typeface="SimHei"/>
              </a:rPr>
              <a:t>W、D、净反应参数</a:t>
            </a:r>
          </a:p>
          <a:p>
            <a:pPr algn="l">
              <a:lnSpc>
                <a:spcPct val="112000"/>
              </a:lnSpc>
              <a:spcBef>
                <a:spcPts val="0"/>
              </a:spcBef>
              <a:spcAft>
                <a:spcPts val="0"/>
              </a:spcAft>
              <a:buNone/>
            </a:pPr>
            <a:r>
              <a:rPr sz="2200" b="0" lang="zh-CN" altLang="en-US">
                <a:solidFill>
                  <a:srgbClr val="000000"/>
                </a:solidFill>
                <a:latin typeface="SimHei"/>
                <a:ea typeface="SimHei"/>
                <a:cs typeface="SimHei"/>
              </a:rPr>
              <a:t>依赖 E/N、组分与温度</a:t>
            </a:r>
          </a:p>
        </p:txBody>
      </p:sp>
      <p:sp>
        <p:nvSpPr>
          <p:cNvPr id="17" name="Rounded Rectangle 16"/>
          <p:cNvSpPr/>
          <p:nvPr/>
        </p:nvSpPr>
        <p:spPr>
          <a:xfrm>
            <a:off x="8220456" y="1773936"/>
            <a:ext cx="3429000" cy="21031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0456" y="1773936"/>
            <a:ext cx="50292" cy="21031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85048" y="1892807"/>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非均匀放电</a:t>
            </a:r>
          </a:p>
        </p:txBody>
      </p:sp>
      <p:sp>
        <p:nvSpPr>
          <p:cNvPr id="20" name="TextBox 19"/>
          <p:cNvSpPr txBox="1"/>
          <p:nvPr/>
        </p:nvSpPr>
        <p:spPr>
          <a:xfrm>
            <a:off x="8385048" y="2414015"/>
            <a:ext cx="3099816" cy="1380743"/>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0" lang="zh-CN" altLang="en-US">
                <a:solidFill>
                  <a:srgbClr val="000000"/>
                </a:solidFill>
                <a:latin typeface="SimHei"/>
                <a:ea typeface="SimHei"/>
                <a:cs typeface="SimHei"/>
              </a:rPr>
              <a:t>空间电荷与电场增强</a:t>
            </a:r>
          </a:p>
          <a:p>
            <a:pPr algn="l">
              <a:lnSpc>
                <a:spcPct val="112000"/>
              </a:lnSpc>
              <a:spcBef>
                <a:spcPts val="0"/>
              </a:spcBef>
              <a:spcAft>
                <a:spcPts val="0"/>
              </a:spcAft>
              <a:buNone/>
            </a:pPr>
            <a:r>
              <a:rPr sz="2200" b="0" lang="zh-CN" altLang="en-US">
                <a:solidFill>
                  <a:srgbClr val="000000"/>
                </a:solidFill>
                <a:latin typeface="SimHei"/>
                <a:ea typeface="SimHei"/>
                <a:cs typeface="SimHei"/>
              </a:rPr>
              <a:t>流注传播、重复与熄灭</a:t>
            </a:r>
          </a:p>
        </p:txBody>
      </p:sp>
      <p:sp>
        <p:nvSpPr>
          <p:cNvPr id="21" name="TextBox 20"/>
          <p:cNvSpPr txBox="1"/>
          <p:nvPr/>
        </p:nvSpPr>
        <p:spPr>
          <a:xfrm>
            <a:off x="4041648" y="2487168"/>
            <a:ext cx="347472" cy="38404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5BC4"/>
                </a:solidFill>
                <a:latin typeface="SimHei"/>
                <a:ea typeface="SimHei"/>
                <a:cs typeface="SimHei"/>
              </a:rPr>
              <a:t>→</a:t>
            </a:r>
          </a:p>
        </p:txBody>
      </p:sp>
      <p:sp>
        <p:nvSpPr>
          <p:cNvPr id="22" name="TextBox 21"/>
          <p:cNvSpPr txBox="1"/>
          <p:nvPr/>
        </p:nvSpPr>
        <p:spPr>
          <a:xfrm>
            <a:off x="7863840" y="2487168"/>
            <a:ext cx="347472" cy="38404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5BC4"/>
                </a:solidFill>
                <a:latin typeface="SimHei"/>
                <a:ea typeface="SimHei"/>
                <a:cs typeface="SimHei"/>
              </a:rPr>
              <a:t>→</a:t>
            </a:r>
          </a:p>
        </p:txBody>
      </p:sp>
      <p:sp>
        <p:nvSpPr>
          <p:cNvPr id="23" name="TextBox 22"/>
          <p:cNvSpPr txBox="1"/>
          <p:nvPr/>
        </p:nvSpPr>
        <p:spPr>
          <a:xfrm>
            <a:off x="777240" y="4343400"/>
            <a:ext cx="10561320" cy="84124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400" b="0" lang="zh-CN" altLang="en-US">
                <a:solidFill>
                  <a:srgbClr val="000000"/>
                </a:solidFill>
                <a:latin typeface="SimHei"/>
                <a:ea typeface="SimHei"/>
                <a:cs typeface="SimHei"/>
              </a:rPr>
              <a:t>文献一：构建和约束微观输入</a:t>
            </a:r>
          </a:p>
          <a:p>
            <a:pPr algn="l">
              <a:lnSpc>
                <a:spcPct val="112000"/>
              </a:lnSpc>
              <a:spcBef>
                <a:spcPts val="0"/>
              </a:spcBef>
              <a:spcAft>
                <a:spcPts val="0"/>
              </a:spcAft>
              <a:buNone/>
            </a:pPr>
            <a:r>
              <a:rPr sz="2400" b="0" lang="zh-CN" altLang="en-US">
                <a:solidFill>
                  <a:srgbClr val="000000"/>
                </a:solidFill>
                <a:latin typeface="SimHei"/>
                <a:ea typeface="SimHei"/>
                <a:cs typeface="SimHei"/>
              </a:rPr>
              <a:t>文献二：将输运数据用于自洽空间放电模型</a:t>
            </a:r>
          </a:p>
        </p:txBody>
      </p:sp>
      <p:sp>
        <p:nvSpPr>
          <p:cNvPr id="24" name="Rounded Rectangle 23"/>
          <p:cNvSpPr/>
          <p:nvPr/>
        </p:nvSpPr>
        <p:spPr>
          <a:xfrm>
            <a:off x="502920" y="5824728"/>
            <a:ext cx="11201400" cy="484632"/>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916168"/>
            <a:ext cx="10835640" cy="34747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00" b="1" lang="zh-CN" altLang="en-US">
                <a:solidFill>
                  <a:srgbClr val="005BC4"/>
                </a:solidFill>
                <a:latin typeface="SimHei"/>
                <a:ea typeface="SimHei"/>
                <a:cs typeface="SimHei"/>
              </a:rPr>
              <a:t>研究目标：建立“截面—群参数—流注行为”的可信数据链。</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基本概念：先统一参数定义与单位</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04</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体参数、通量参数、反应速率与 Townsend 系数需要区分</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J. Phys. D 59 (2026) 125201；[2] Plasma Sources Sci. Technol. 34 (2025) 125004</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4 / 26</a:t>
            </a:r>
          </a:p>
        </p:txBody>
      </p:sp>
      <p:graphicFrame>
        <p:nvGraphicFramePr>
          <p:cNvPr id="9" name="Table 8"/>
          <p:cNvGraphicFramePr>
            <a:graphicFrameLocks noGrp="1"/>
          </p:cNvGraphicFramePr>
          <p:nvPr/>
        </p:nvGraphicFramePr>
        <p:xfrm>
          <a:off x="548640" y="1554480"/>
          <a:ext cx="11091672" cy="3529584"/>
        </p:xfrm>
        <a:graphic>
          <a:graphicData uri="http://schemas.openxmlformats.org/drawingml/2006/table">
            <a:tbl>
              <a:tblPr firstRow="1" bandRow="1">
                <a:tableStyleId>{5C22544A-7EE6-4342-B048-85BDC9FD1C3A}</a:tableStyleId>
              </a:tblPr>
              <a:tblGrid>
                <a:gridCol w="1691640"/>
                <a:gridCol w="4663440"/>
                <a:gridCol w="4736592"/>
              </a:tblGrid>
              <a:tr h="457200">
                <a:tc>
                  <a:txBody>
                    <a:bodyPr wrap="square" lIns="64008" rIns="64008" tIns="64008" bIns="64008" anchor="ctr"/>
                    <a:lstStyle/>
                    <a:p>
                      <a:pPr algn="l">
                        <a:lnSpc>
                          <a:spcPct val="112000"/>
                        </a:lnSpc>
                        <a:spcBef>
                          <a:spcPts val="0"/>
                        </a:spcBef>
                        <a:spcAft>
                          <a:spcPts val="0"/>
                        </a:spcAft>
                        <a:buNone/>
                      </a:pPr>
                      <a:r>
                        <a:rPr sz="1900" b="1" lang="zh-CN" altLang="en-US">
                          <a:solidFill>
                            <a:srgbClr val="FFFFFF"/>
                          </a:solidFill>
                          <a:latin typeface="SimHei"/>
                          <a:ea typeface="SimHei"/>
                          <a:cs typeface="SimHei"/>
                        </a:rPr>
                        <a:t>参数</a:t>
                      </a:r>
                    </a:p>
                  </a:txBody>
                  <a:tcPr marL="109728" marR="109728" marT="54864" marB="54864">
                    <a:solidFill>
                      <a:srgbClr val="005BC4"/>
                    </a:solidFill>
                  </a:tcPr>
                </a:tc>
                <a:tc>
                  <a:txBody>
                    <a:bodyPr wrap="square" lIns="64008" rIns="64008" tIns="64008" bIns="64008" anchor="ctr"/>
                    <a:lstStyle/>
                    <a:p>
                      <a:pPr algn="l">
                        <a:lnSpc>
                          <a:spcPct val="112000"/>
                        </a:lnSpc>
                        <a:spcBef>
                          <a:spcPts val="0"/>
                        </a:spcBef>
                        <a:spcAft>
                          <a:spcPts val="0"/>
                        </a:spcAft>
                        <a:buNone/>
                      </a:pPr>
                      <a:r>
                        <a:rPr sz="1900" b="1" lang="zh-CN" altLang="en-US">
                          <a:solidFill>
                            <a:srgbClr val="FFFFFF"/>
                          </a:solidFill>
                          <a:latin typeface="SimHei"/>
                          <a:ea typeface="SimHei"/>
                          <a:cs typeface="SimHei"/>
                        </a:rPr>
                        <a:t>含义与单位</a:t>
                      </a:r>
                    </a:p>
                  </a:txBody>
                  <a:tcPr marL="109728" marR="109728" marT="54864" marB="54864">
                    <a:solidFill>
                      <a:srgbClr val="005BC4"/>
                    </a:solidFill>
                  </a:tcPr>
                </a:tc>
                <a:tc>
                  <a:txBody>
                    <a:bodyPr wrap="square" lIns="64008" rIns="64008" tIns="64008" bIns="64008" anchor="ctr"/>
                    <a:lstStyle/>
                    <a:p>
                      <a:pPr algn="l">
                        <a:lnSpc>
                          <a:spcPct val="112000"/>
                        </a:lnSpc>
                        <a:spcBef>
                          <a:spcPts val="0"/>
                        </a:spcBef>
                        <a:spcAft>
                          <a:spcPts val="0"/>
                        </a:spcAft>
                        <a:buNone/>
                      </a:pPr>
                      <a:r>
                        <a:rPr sz="1900" b="1" lang="zh-CN" altLang="en-US">
                          <a:solidFill>
                            <a:srgbClr val="FFFFFF"/>
                          </a:solidFill>
                          <a:latin typeface="SimHei"/>
                          <a:ea typeface="SimHei"/>
                          <a:cs typeface="SimHei"/>
                        </a:rPr>
                        <a:t>比较时的注意点</a:t>
                      </a:r>
                    </a:p>
                  </a:txBody>
                  <a:tcPr marL="109728" marR="109728" marT="54864" marB="54864">
                    <a:solidFill>
                      <a:srgbClr val="005BC4"/>
                    </a:solidFill>
                  </a:tcPr>
                </a:tc>
              </a:tr>
              <a:tr h="749808">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E/N</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约化电场；1 Td = 10</a:t>
                      </a:r>
                      <a:r>
                        <a:rPr sz="1368" b="0" lang="zh-CN" altLang="en-US" baseline="30000">
                          <a:solidFill>
                            <a:srgbClr val="000000"/>
                          </a:solidFill>
                          <a:latin typeface="SimHei"/>
                          <a:ea typeface="SimHei"/>
                          <a:cs typeface="SimHei"/>
                        </a:rPr>
                        <a:t>-21</a:t>
                      </a:r>
                      <a:r>
                        <a:rPr sz="1900" b="0" lang="zh-CN" altLang="en-US">
                          <a:solidFill>
                            <a:srgbClr val="000000"/>
                          </a:solidFill>
                          <a:latin typeface="SimHei"/>
                          <a:ea typeface="SimHei"/>
                          <a:cs typeface="SimHei"/>
                        </a:rPr>
                        <a:t> V·m</a:t>
                      </a:r>
                      <a:r>
                        <a:rPr sz="1368" b="0" lang="zh-CN" altLang="en-US" baseline="30000">
                          <a:solidFill>
                            <a:srgbClr val="000000"/>
                          </a:solidFill>
                          <a:latin typeface="SimHei"/>
                          <a:ea typeface="SimHei"/>
                          <a:cs typeface="SimHei"/>
                        </a:rPr>
                        <a:t>2</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N 为气体数密度</a:t>
                      </a:r>
                    </a:p>
                  </a:txBody>
                  <a:tcPr marL="109728" marR="109728" marT="54864" marB="54864">
                    <a:solidFill>
                      <a:srgbClr val="EDF4FF"/>
                    </a:solidFill>
                  </a:tcPr>
                </a:tc>
              </a:tr>
              <a:tr h="749808">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W</a:t>
                      </a:r>
                      <a:r>
                        <a:rPr sz="1368" b="0" lang="zh-CN" altLang="en-US" baseline="-24000">
                          <a:solidFill>
                            <a:srgbClr val="000000"/>
                          </a:solidFill>
                          <a:latin typeface="SimHei"/>
                          <a:ea typeface="SimHei"/>
                          <a:cs typeface="SimHei"/>
                        </a:rPr>
                        <a:t>b</a:t>
                      </a:r>
                      <a:r>
                        <a:rPr sz="1900" b="0" lang="zh-CN" altLang="en-US">
                          <a:solidFill>
                            <a:srgbClr val="000000"/>
                          </a:solidFill>
                          <a:latin typeface="SimHei"/>
                          <a:ea typeface="SimHei"/>
                          <a:cs typeface="SimHei"/>
                        </a:rPr>
                        <a:t>；D</a:t>
                      </a:r>
                      <a:r>
                        <a:rPr sz="1368" b="0" lang="zh-CN" altLang="en-US" baseline="-24000">
                          <a:solidFill>
                            <a:srgbClr val="000000"/>
                          </a:solidFill>
                          <a:latin typeface="SimHei"/>
                          <a:ea typeface="SimHei"/>
                          <a:cs typeface="SimHei"/>
                        </a:rPr>
                        <a:t>L</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体漂移速度；纵向扩散系数</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体参数与通量参数不宜直接混用</a:t>
                      </a:r>
                    </a:p>
                  </a:txBody>
                  <a:tcPr marL="109728" marR="109728" marT="54864" marB="54864">
                    <a:solidFill>
                      <a:srgbClr val="FFFFFF"/>
                    </a:solidFill>
                  </a:tcPr>
                </a:tc>
              </a:tr>
              <a:tr h="749808">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k</a:t>
                      </a:r>
                      <a:r>
                        <a:rPr sz="1368" b="0" lang="zh-CN" altLang="en-US" baseline="-24000">
                          <a:solidFill>
                            <a:srgbClr val="000000"/>
                          </a:solidFill>
                          <a:latin typeface="SimHei"/>
                          <a:ea typeface="SimHei"/>
                          <a:cs typeface="SimHei"/>
                        </a:rPr>
                        <a:t>eff</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(ν</a:t>
                      </a:r>
                      <a:r>
                        <a:rPr sz="1368" b="0" lang="zh-CN" altLang="en-US" baseline="-24000">
                          <a:solidFill>
                            <a:srgbClr val="000000"/>
                          </a:solidFill>
                          <a:latin typeface="SimHei"/>
                          <a:ea typeface="SimHei"/>
                          <a:cs typeface="SimHei"/>
                        </a:rPr>
                        <a:t>i</a:t>
                      </a:r>
                      <a:r>
                        <a:rPr sz="1900" b="0" lang="zh-CN" altLang="en-US">
                          <a:solidFill>
                            <a:srgbClr val="000000"/>
                          </a:solidFill>
                          <a:latin typeface="SimHei"/>
                          <a:ea typeface="SimHei"/>
                          <a:cs typeface="SimHei"/>
                        </a:rPr>
                        <a:t>-ν</a:t>
                      </a:r>
                      <a:r>
                        <a:rPr sz="1368" b="0" lang="zh-CN" altLang="en-US" baseline="-24000">
                          <a:solidFill>
                            <a:srgbClr val="000000"/>
                          </a:solidFill>
                          <a:latin typeface="SimHei"/>
                          <a:ea typeface="SimHei"/>
                          <a:cs typeface="SimHei"/>
                        </a:rPr>
                        <a:t>a</a:t>
                      </a:r>
                      <a:r>
                        <a:rPr sz="1900" b="0" lang="zh-CN" altLang="en-US">
                          <a:solidFill>
                            <a:srgbClr val="000000"/>
                          </a:solidFill>
                          <a:latin typeface="SimHei"/>
                          <a:ea typeface="SimHei"/>
                          <a:cs typeface="SimHei"/>
                        </a:rPr>
                        <a:t>)/N；m</a:t>
                      </a:r>
                      <a:r>
                        <a:rPr sz="1368" b="0" lang="zh-CN" altLang="en-US" baseline="30000">
                          <a:solidFill>
                            <a:srgbClr val="000000"/>
                          </a:solidFill>
                          <a:latin typeface="SimHei"/>
                          <a:ea typeface="SimHei"/>
                          <a:cs typeface="SimHei"/>
                        </a:rPr>
                        <a:t>3</a:t>
                      </a:r>
                      <a:r>
                        <a:rPr sz="1900" b="0" lang="zh-CN" altLang="en-US">
                          <a:solidFill>
                            <a:srgbClr val="000000"/>
                          </a:solidFill>
                          <a:latin typeface="SimHei"/>
                          <a:ea typeface="SimHei"/>
                          <a:cs typeface="SimHei"/>
                        </a:rPr>
                        <a:t>/s</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不同于单位 m</a:t>
                      </a:r>
                      <a:r>
                        <a:rPr sz="1368" b="0" lang="zh-CN" altLang="en-US" baseline="30000">
                          <a:solidFill>
                            <a:srgbClr val="000000"/>
                          </a:solidFill>
                          <a:latin typeface="SimHei"/>
                          <a:ea typeface="SimHei"/>
                          <a:cs typeface="SimHei"/>
                        </a:rPr>
                        <a:t>-1</a:t>
                      </a:r>
                      <a:r>
                        <a:rPr sz="1900" b="0" lang="zh-CN" altLang="en-US">
                          <a:solidFill>
                            <a:srgbClr val="000000"/>
                          </a:solidFill>
                          <a:latin typeface="SimHei"/>
                          <a:ea typeface="SimHei"/>
                          <a:cs typeface="SimHei"/>
                        </a:rPr>
                        <a:t> 的 α-η</a:t>
                      </a:r>
                    </a:p>
                  </a:txBody>
                  <a:tcPr marL="109728" marR="109728" marT="54864" marB="54864">
                    <a:solidFill>
                      <a:srgbClr val="EDF4FF"/>
                    </a:solidFill>
                  </a:tcPr>
                </a:tc>
              </a:tr>
              <a:tr h="822960">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α-η</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Townsend 有效电离系数；m</a:t>
                      </a:r>
                      <a:r>
                        <a:rPr sz="1368" b="0" lang="zh-CN" altLang="en-US" baseline="30000">
                          <a:solidFill>
                            <a:srgbClr val="000000"/>
                          </a:solidFill>
                          <a:latin typeface="SimHei"/>
                          <a:ea typeface="SimHei"/>
                          <a:cs typeface="SimHei"/>
                        </a:rPr>
                        <a:t>-1</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均匀场零净增长不等于设备击穿</a:t>
                      </a:r>
                    </a:p>
                  </a:txBody>
                  <a:tcPr marL="109728" marR="109728" marT="54864" marB="54864">
                    <a:solidFill>
                      <a:srgbClr val="FFFFFF"/>
                    </a:solidFill>
                  </a:tcPr>
                </a:tc>
              </a:tr>
            </a:tbl>
          </a:graphicData>
        </a:graphic>
      </p:graphicFrame>
      <p:sp>
        <p:nvSpPr>
          <p:cNvPr id="10" name="Rounded Rectangle 9"/>
          <p:cNvSpPr/>
          <p:nvPr/>
        </p:nvSpPr>
        <p:spPr>
          <a:xfrm>
            <a:off x="502920" y="5879592"/>
            <a:ext cx="11201400" cy="484632"/>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971031"/>
            <a:ext cx="10835640" cy="34747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00" b="1" lang="zh-CN" altLang="en-US">
                <a:solidFill>
                  <a:srgbClr val="005BC4"/>
                </a:solidFill>
                <a:latin typeface="SimHei"/>
                <a:ea typeface="SimHei"/>
                <a:cs typeface="SimHei"/>
              </a:rPr>
              <a:t>纯气体临界约化场、混合气临界场与流注跨隙条件，是不同的问题。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文献一概览：为什么重新构建截面集？</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05</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Metting van Rijn &amp; Franck｜J. Phys. D 59 (2026) 125201</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Metting van Rijn &amp; Franck (2026)｜doi:10.1088/1361-6463/ae4fd8</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5 / 26</a:t>
            </a:r>
          </a:p>
        </p:txBody>
      </p:sp>
      <p:sp>
        <p:nvSpPr>
          <p:cNvPr id="9" name="Rounded Rectangle 8"/>
          <p:cNvSpPr/>
          <p:nvPr/>
        </p:nvSpPr>
        <p:spPr>
          <a:xfrm>
            <a:off x="576072" y="1709928"/>
            <a:ext cx="3429000" cy="32461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6072" y="1709928"/>
            <a:ext cx="50292" cy="32461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1828800"/>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已有基础</a:t>
            </a:r>
          </a:p>
        </p:txBody>
      </p:sp>
      <p:sp>
        <p:nvSpPr>
          <p:cNvPr id="12" name="TextBox 11"/>
          <p:cNvSpPr txBox="1"/>
          <p:nvPr/>
        </p:nvSpPr>
        <p:spPr>
          <a:xfrm>
            <a:off x="740664" y="2350008"/>
            <a:ext cx="3099816" cy="25237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0" lang="zh-CN" altLang="en-US">
                <a:solidFill>
                  <a:srgbClr val="000000"/>
                </a:solidFill>
                <a:latin typeface="SimHei"/>
                <a:ea typeface="SimHei"/>
                <a:cs typeface="SimHei"/>
              </a:rPr>
              <a:t>已有截面集可以复现部分电子群数据。</a:t>
            </a:r>
          </a:p>
        </p:txBody>
      </p:sp>
      <p:sp>
        <p:nvSpPr>
          <p:cNvPr id="13" name="Rounded Rectangle 12"/>
          <p:cNvSpPr/>
          <p:nvPr/>
        </p:nvSpPr>
        <p:spPr>
          <a:xfrm>
            <a:off x="4398264" y="1709928"/>
            <a:ext cx="3429000" cy="32461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8264" y="1709928"/>
            <a:ext cx="50292" cy="32461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5" y="1828800"/>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作者指出的不足</a:t>
            </a:r>
          </a:p>
        </p:txBody>
      </p:sp>
      <p:sp>
        <p:nvSpPr>
          <p:cNvPr id="16" name="TextBox 15"/>
          <p:cNvSpPr txBox="1"/>
          <p:nvPr/>
        </p:nvSpPr>
        <p:spPr>
          <a:xfrm>
            <a:off x="4562855" y="2350008"/>
            <a:ext cx="3099816" cy="25237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0" lang="zh-CN" altLang="en-US">
                <a:solidFill>
                  <a:srgbClr val="000000"/>
                </a:solidFill>
                <a:latin typeface="SimHei"/>
                <a:ea typeface="SimHei"/>
                <a:cs typeface="SimHei"/>
              </a:rPr>
              <a:t>部分高能电子激发及能量损失描述不足；低能振动形状仍需核对。</a:t>
            </a:r>
          </a:p>
        </p:txBody>
      </p:sp>
      <p:sp>
        <p:nvSpPr>
          <p:cNvPr id="17" name="Rounded Rectangle 16"/>
          <p:cNvSpPr/>
          <p:nvPr/>
        </p:nvSpPr>
        <p:spPr>
          <a:xfrm>
            <a:off x="8220456" y="1709928"/>
            <a:ext cx="3429000" cy="32461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0456" y="1709928"/>
            <a:ext cx="50292" cy="32461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85048" y="1828800"/>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本文策略</a:t>
            </a:r>
          </a:p>
        </p:txBody>
      </p:sp>
      <p:sp>
        <p:nvSpPr>
          <p:cNvPr id="20" name="TextBox 19"/>
          <p:cNvSpPr txBox="1"/>
          <p:nvPr/>
        </p:nvSpPr>
        <p:spPr>
          <a:xfrm>
            <a:off x="8385048" y="2350008"/>
            <a:ext cx="3099816" cy="25237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0" lang="zh-CN" altLang="en-US">
                <a:solidFill>
                  <a:srgbClr val="000000"/>
                </a:solidFill>
                <a:latin typeface="SimHei"/>
                <a:ea typeface="SimHei"/>
                <a:cs typeface="SimHei"/>
              </a:rPr>
              <a:t>联合谱学、散射、量子计算及 PT 群参数，施加物理约束。</a:t>
            </a:r>
          </a:p>
        </p:txBody>
      </p:sp>
      <p:sp>
        <p:nvSpPr>
          <p:cNvPr id="21" name="Rounded Rectangle 20"/>
          <p:cNvSpPr/>
          <p:nvPr/>
        </p:nvSpPr>
        <p:spPr>
          <a:xfrm>
            <a:off x="502920" y="5650992"/>
            <a:ext cx="11201400" cy="612648"/>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742431"/>
            <a:ext cx="10835640" cy="47548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005BC4"/>
                </a:solidFill>
                <a:latin typeface="SimHei"/>
                <a:ea typeface="SimHei"/>
                <a:cs typeface="SimHei"/>
              </a:rPr>
              <a:t>目标不只是拟合群参数，还要覆盖更宽的能量范围并满足合理的能量损失行为。</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文献一：截面总览与证据来源</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06</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原文图2｜各类过程分别求和，不代表只有单一激发通道</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Metting van Rijn &amp; Franck (2026)｜doi:10.1088/1361-6463/ae4fd8</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6 / 26</a:t>
            </a:r>
          </a:p>
        </p:txBody>
      </p:sp>
      <p:pic>
        <p:nvPicPr>
          <p:cNvPr id="9" name="Picture 8" descr="a_fig2.png"/>
          <p:cNvPicPr>
            <a:picLocks noChangeAspect="1"/>
          </p:cNvPicPr>
          <p:nvPr/>
        </p:nvPicPr>
        <p:blipFill>
          <a:blip r:embed="rId3"/>
          <a:stretch>
            <a:fillRect/>
          </a:stretch>
        </p:blipFill>
        <p:spPr>
          <a:xfrm>
            <a:off x="594360" y="1644570"/>
            <a:ext cx="5532120" cy="4099210"/>
          </a:xfrm>
          <a:prstGeom prst="rect">
            <a:avLst/>
          </a:prstGeom>
        </p:spPr>
      </p:pic>
      <p:sp>
        <p:nvSpPr>
          <p:cNvPr id="10" name="TextBox 9"/>
          <p:cNvSpPr txBox="1"/>
          <p:nvPr/>
        </p:nvSpPr>
        <p:spPr>
          <a:xfrm>
            <a:off x="685800" y="5952744"/>
            <a:ext cx="5394960" cy="30175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100" b="0" lang="zh-CN" altLang="en-US">
                <a:solidFill>
                  <a:srgbClr val="526177"/>
                </a:solidFill>
                <a:latin typeface="SimHei"/>
                <a:ea typeface="SimHei"/>
                <a:cs typeface="SimHei"/>
              </a:rPr>
              <a:t>文献[1]图2，原刊p.2；原文裁切</a:t>
            </a:r>
          </a:p>
        </p:txBody>
      </p:sp>
      <p:sp>
        <p:nvSpPr>
          <p:cNvPr id="11" name="Rounded Rectangle 10"/>
          <p:cNvSpPr/>
          <p:nvPr/>
        </p:nvSpPr>
        <p:spPr>
          <a:xfrm>
            <a:off x="6455664" y="1527048"/>
            <a:ext cx="5202936"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55664" y="1527048"/>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0255" y="1645919"/>
            <a:ext cx="487375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弹性与转动</a:t>
            </a:r>
          </a:p>
        </p:txBody>
      </p:sp>
      <p:sp>
        <p:nvSpPr>
          <p:cNvPr id="14" name="TextBox 13"/>
          <p:cNvSpPr txBox="1"/>
          <p:nvPr/>
        </p:nvSpPr>
        <p:spPr>
          <a:xfrm>
            <a:off x="6620255" y="2167128"/>
            <a:ext cx="4873752"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偶极散射、散射计算和漂移数据共同约束。</a:t>
            </a:r>
          </a:p>
        </p:txBody>
      </p:sp>
      <p:sp>
        <p:nvSpPr>
          <p:cNvPr id="15" name="Rounded Rectangle 14"/>
          <p:cNvSpPr/>
          <p:nvPr/>
        </p:nvSpPr>
        <p:spPr>
          <a:xfrm>
            <a:off x="6455664" y="3099815"/>
            <a:ext cx="5202936"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55664" y="3099815"/>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0255" y="3218687"/>
            <a:ext cx="487375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振动与附着</a:t>
            </a:r>
          </a:p>
        </p:txBody>
      </p:sp>
      <p:sp>
        <p:nvSpPr>
          <p:cNvPr id="18" name="TextBox 17"/>
          <p:cNvSpPr txBox="1"/>
          <p:nvPr/>
        </p:nvSpPr>
        <p:spPr>
          <a:xfrm>
            <a:off x="6620255" y="3739896"/>
            <a:ext cx="4873752"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能损谱 / 离子信号确定部分谱形；幅值仍需群参数。</a:t>
            </a:r>
          </a:p>
        </p:txBody>
      </p:sp>
      <p:sp>
        <p:nvSpPr>
          <p:cNvPr id="19" name="Rounded Rectangle 18"/>
          <p:cNvSpPr/>
          <p:nvPr/>
        </p:nvSpPr>
        <p:spPr>
          <a:xfrm>
            <a:off x="6455664" y="4672583"/>
            <a:ext cx="5202936"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55664" y="4672583"/>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0255" y="4791455"/>
            <a:ext cx="487375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电子激发与电离</a:t>
            </a:r>
          </a:p>
        </p:txBody>
      </p:sp>
      <p:sp>
        <p:nvSpPr>
          <p:cNvPr id="22" name="TextBox 21"/>
          <p:cNvSpPr txBox="1"/>
          <p:nvPr/>
        </p:nvSpPr>
        <p:spPr>
          <a:xfrm>
            <a:off x="6620255" y="5312664"/>
            <a:ext cx="4873752"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光学振子强度、BEf 标度及电离散射数据。</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弹性过程：总截面与动量转移截面的处理</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07</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低能偶极近似 + 群参数调整 + 高能独立原子模型</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Metting van Rijn &amp; Franck (2026)｜doi:10.1088/1361-6463/ae4fd8</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7 / 26</a:t>
            </a:r>
          </a:p>
        </p:txBody>
      </p:sp>
      <p:sp>
        <p:nvSpPr>
          <p:cNvPr id="9" name="Rounded Rectangle 8"/>
          <p:cNvSpPr/>
          <p:nvPr/>
        </p:nvSpPr>
        <p:spPr>
          <a:xfrm>
            <a:off x="621792" y="1581912"/>
            <a:ext cx="6446520" cy="1170432"/>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 y="1581912"/>
            <a:ext cx="50292" cy="1170432"/>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700784"/>
            <a:ext cx="611733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低能区</a:t>
            </a:r>
          </a:p>
        </p:txBody>
      </p:sp>
      <p:sp>
        <p:nvSpPr>
          <p:cNvPr id="12" name="TextBox 11"/>
          <p:cNvSpPr txBox="1"/>
          <p:nvPr/>
        </p:nvSpPr>
        <p:spPr>
          <a:xfrm>
            <a:off x="786384" y="2221991"/>
            <a:ext cx="6117336"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借鉴水分子弹性散射；以1/ε向低能外推。</a:t>
            </a:r>
          </a:p>
        </p:txBody>
      </p:sp>
      <p:sp>
        <p:nvSpPr>
          <p:cNvPr id="13" name="Rounded Rectangle 12"/>
          <p:cNvSpPr/>
          <p:nvPr/>
        </p:nvSpPr>
        <p:spPr>
          <a:xfrm>
            <a:off x="621792" y="2889504"/>
            <a:ext cx="6446520" cy="1170432"/>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 y="2889504"/>
            <a:ext cx="50292" cy="1170432"/>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3008376"/>
            <a:ext cx="611733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群参数可约束区</a:t>
            </a:r>
          </a:p>
        </p:txBody>
      </p:sp>
      <p:sp>
        <p:nvSpPr>
          <p:cNvPr id="16" name="TextBox 15"/>
          <p:cNvSpPr txBox="1"/>
          <p:nvPr/>
        </p:nvSpPr>
        <p:spPr>
          <a:xfrm>
            <a:off x="786384" y="3529584"/>
            <a:ext cx="6117336"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用纯气体和稀释混合气漂移速度修正形状。</a:t>
            </a:r>
          </a:p>
        </p:txBody>
      </p:sp>
      <p:sp>
        <p:nvSpPr>
          <p:cNvPr id="17" name="Rounded Rectangle 16"/>
          <p:cNvSpPr/>
          <p:nvPr/>
        </p:nvSpPr>
        <p:spPr>
          <a:xfrm>
            <a:off x="621792" y="4197096"/>
            <a:ext cx="6446520" cy="1170432"/>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2" y="4197096"/>
            <a:ext cx="50292" cy="1170432"/>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4315968"/>
            <a:ext cx="611733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高于100 eV</a:t>
            </a:r>
          </a:p>
        </p:txBody>
      </p:sp>
      <p:sp>
        <p:nvSpPr>
          <p:cNvPr id="20" name="TextBox 19"/>
          <p:cNvSpPr txBox="1"/>
          <p:nvPr/>
        </p:nvSpPr>
        <p:spPr>
          <a:xfrm>
            <a:off x="786384" y="4837176"/>
            <a:ext cx="6117336"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不再假设各向同性；引入独立原子模型及原子散射数据。</a:t>
            </a:r>
          </a:p>
        </p:txBody>
      </p:sp>
      <p:sp>
        <p:nvSpPr>
          <p:cNvPr id="21" name="Rounded Rectangle 20"/>
          <p:cNvSpPr/>
          <p:nvPr/>
        </p:nvSpPr>
        <p:spPr>
          <a:xfrm>
            <a:off x="7415783" y="1581912"/>
            <a:ext cx="4123944" cy="3950208"/>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53527" y="1847088"/>
            <a:ext cx="3657600" cy="41148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1" lang="zh-CN" altLang="en-US">
                <a:solidFill>
                  <a:srgbClr val="005BC4"/>
                </a:solidFill>
                <a:latin typeface="SimHei"/>
                <a:ea typeface="SimHei"/>
                <a:cs typeface="SimHei"/>
              </a:rPr>
              <a:t>需要区分的两个量</a:t>
            </a:r>
          </a:p>
        </p:txBody>
      </p:sp>
      <p:sp>
        <p:nvSpPr>
          <p:cNvPr id="23" name="TextBox 22"/>
          <p:cNvSpPr txBox="1"/>
          <p:nvPr/>
        </p:nvSpPr>
        <p:spPr>
          <a:xfrm>
            <a:off x="7653527" y="2596896"/>
            <a:ext cx="3657600" cy="249631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0" lang="zh-CN" altLang="en-US">
                <a:solidFill>
                  <a:srgbClr val="000000"/>
                </a:solidFill>
                <a:latin typeface="SimHei"/>
                <a:ea typeface="SimHei"/>
                <a:cs typeface="SimHei"/>
              </a:rPr>
              <a:t>总弹性截面 σ</a:t>
            </a:r>
            <a:r>
              <a:rPr sz="1655" b="0" lang="zh-CN" altLang="en-US" baseline="-24000">
                <a:solidFill>
                  <a:srgbClr val="000000"/>
                </a:solidFill>
                <a:latin typeface="SimHei"/>
                <a:ea typeface="SimHei"/>
                <a:cs typeface="SimHei"/>
              </a:rPr>
              <a:t>el</a:t>
            </a:r>
          </a:p>
          <a:p>
            <a:pPr algn="l">
              <a:lnSpc>
                <a:spcPct val="112000"/>
              </a:lnSpc>
              <a:spcBef>
                <a:spcPts val="0"/>
              </a:spcBef>
              <a:spcAft>
                <a:spcPts val="0"/>
              </a:spcAft>
              <a:buNone/>
            </a:pPr>
          </a:p>
          <a:p>
            <a:pPr algn="l">
              <a:lnSpc>
                <a:spcPct val="112000"/>
              </a:lnSpc>
              <a:spcBef>
                <a:spcPts val="0"/>
              </a:spcBef>
              <a:spcAft>
                <a:spcPts val="0"/>
              </a:spcAft>
              <a:buNone/>
            </a:pPr>
            <a:r>
              <a:rPr sz="2300" b="0" lang="zh-CN" altLang="en-US">
                <a:solidFill>
                  <a:srgbClr val="000000"/>
                </a:solidFill>
                <a:latin typeface="SimHei"/>
                <a:ea typeface="SimHei"/>
                <a:cs typeface="SimHei"/>
              </a:rPr>
              <a:t>动量转移截面 σ</a:t>
            </a:r>
            <a:r>
              <a:rPr sz="1655" b="0" lang="zh-CN" altLang="en-US" baseline="-24000">
                <a:solidFill>
                  <a:srgbClr val="000000"/>
                </a:solidFill>
                <a:latin typeface="SimHei"/>
                <a:ea typeface="SimHei"/>
                <a:cs typeface="SimHei"/>
              </a:rPr>
              <a:t>mt</a:t>
            </a:r>
          </a:p>
          <a:p>
            <a:pPr algn="l">
              <a:lnSpc>
                <a:spcPct val="112000"/>
              </a:lnSpc>
              <a:spcBef>
                <a:spcPts val="0"/>
              </a:spcBef>
              <a:spcAft>
                <a:spcPts val="0"/>
              </a:spcAft>
              <a:buNone/>
            </a:pPr>
          </a:p>
          <a:p>
            <a:pPr algn="l">
              <a:lnSpc>
                <a:spcPct val="112000"/>
              </a:lnSpc>
              <a:spcBef>
                <a:spcPts val="0"/>
              </a:spcBef>
              <a:spcAft>
                <a:spcPts val="0"/>
              </a:spcAft>
              <a:buNone/>
            </a:pPr>
            <a:r>
              <a:rPr sz="2300" b="0" lang="zh-CN" altLang="en-US">
                <a:solidFill>
                  <a:srgbClr val="000000"/>
                </a:solidFill>
                <a:latin typeface="SimHei"/>
                <a:ea typeface="SimHei"/>
                <a:cs typeface="SimHei"/>
              </a:rPr>
              <a:t>高能区不再简单等同</a:t>
            </a:r>
          </a:p>
        </p:txBody>
      </p:sp>
      <p:sp>
        <p:nvSpPr>
          <p:cNvPr id="24" name="Rounded Rectangle 23"/>
          <p:cNvSpPr/>
          <p:nvPr/>
        </p:nvSpPr>
        <p:spPr>
          <a:xfrm>
            <a:off x="502920" y="5824728"/>
            <a:ext cx="11201400" cy="484632"/>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916168"/>
            <a:ext cx="10835640" cy="34747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00" b="1" lang="zh-CN" altLang="en-US">
                <a:solidFill>
                  <a:srgbClr val="005BC4"/>
                </a:solidFill>
                <a:latin typeface="SimHei"/>
                <a:ea typeface="SimHei"/>
                <a:cs typeface="SimHei"/>
              </a:rPr>
              <a:t>关键假设：100 eV 以下，因数据不足而取 σ</a:t>
            </a:r>
            <a:r>
              <a:rPr sz="1368" b="1" lang="zh-CN" altLang="en-US" baseline="-24000">
                <a:solidFill>
                  <a:srgbClr val="005BC4"/>
                </a:solidFill>
                <a:latin typeface="SimHei"/>
                <a:ea typeface="SimHei"/>
                <a:cs typeface="SimHei"/>
              </a:rPr>
              <a:t>el</a:t>
            </a:r>
            <a:r>
              <a:rPr sz="1900" b="1" lang="zh-CN" altLang="en-US">
                <a:solidFill>
                  <a:srgbClr val="005BC4"/>
                </a:solidFill>
                <a:latin typeface="SimHei"/>
                <a:ea typeface="SimHei"/>
                <a:cs typeface="SimHei"/>
              </a:rPr>
              <a:t> ≈ σ</a:t>
            </a:r>
            <a:r>
              <a:rPr sz="1368" b="1" lang="zh-CN" altLang="en-US" baseline="-24000">
                <a:solidFill>
                  <a:srgbClr val="005BC4"/>
                </a:solidFill>
                <a:latin typeface="SimHei"/>
                <a:ea typeface="SimHei"/>
                <a:cs typeface="SimHei"/>
              </a:rPr>
              <a:t>mt</a:t>
            </a:r>
            <a:r>
              <a:rPr sz="1900" b="1" lang="zh-CN" altLang="en-US">
                <a:solidFill>
                  <a:srgbClr val="005BC4"/>
                </a:solidFill>
                <a:latin typeface="SimHei"/>
                <a:ea typeface="SimHei"/>
                <a:cs typeface="SimHei"/>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振动激发：阈值、相对强度与共振</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08</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6组阈值来自能损谱；近能级合并处理</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Metting van Rijn &amp; Franck (2026)｜doi:10.1088/1361-6463/ae4fd8</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8 / 26</a:t>
            </a:r>
          </a:p>
        </p:txBody>
      </p:sp>
      <p:graphicFrame>
        <p:nvGraphicFramePr>
          <p:cNvPr id="9" name="Table 8"/>
          <p:cNvGraphicFramePr>
            <a:graphicFrameLocks noGrp="1"/>
          </p:cNvGraphicFramePr>
          <p:nvPr/>
        </p:nvGraphicFramePr>
        <p:xfrm>
          <a:off x="585216" y="1536192"/>
          <a:ext cx="5843016" cy="3639312"/>
        </p:xfrm>
        <a:graphic>
          <a:graphicData uri="http://schemas.openxmlformats.org/drawingml/2006/table">
            <a:tbl>
              <a:tblPr firstRow="1" bandRow="1">
                <a:tableStyleId>{5C22544A-7EE6-4342-B048-85BDC9FD1C3A}</a:tableStyleId>
              </a:tblPr>
              <a:tblGrid>
                <a:gridCol w="1399032"/>
                <a:gridCol w="1371600"/>
                <a:gridCol w="3072384"/>
              </a:tblGrid>
              <a:tr h="457200">
                <a:tc>
                  <a:txBody>
                    <a:bodyPr wrap="square" lIns="64008" rIns="64008" tIns="64008" bIns="64008" anchor="ctr"/>
                    <a:lstStyle/>
                    <a:p>
                      <a:pPr algn="l">
                        <a:lnSpc>
                          <a:spcPct val="112000"/>
                        </a:lnSpc>
                        <a:spcBef>
                          <a:spcPts val="0"/>
                        </a:spcBef>
                        <a:spcAft>
                          <a:spcPts val="0"/>
                        </a:spcAft>
                        <a:buNone/>
                      </a:pPr>
                      <a:r>
                        <a:rPr sz="1800" b="1" lang="zh-CN" altLang="en-US">
                          <a:solidFill>
                            <a:srgbClr val="FFFFFF"/>
                          </a:solidFill>
                          <a:latin typeface="SimHei"/>
                          <a:ea typeface="SimHei"/>
                          <a:cs typeface="SimHei"/>
                        </a:rPr>
                        <a:t>阈值 / meV</a:t>
                      </a:r>
                    </a:p>
                  </a:txBody>
                  <a:tcPr marL="109728" marR="109728" marT="54864" marB="54864">
                    <a:solidFill>
                      <a:srgbClr val="005BC4"/>
                    </a:solidFill>
                  </a:tcPr>
                </a:tc>
                <a:tc>
                  <a:txBody>
                    <a:bodyPr wrap="square" lIns="64008" rIns="64008" tIns="64008" bIns="64008" anchor="ctr"/>
                    <a:lstStyle/>
                    <a:p>
                      <a:pPr algn="l">
                        <a:lnSpc>
                          <a:spcPct val="112000"/>
                        </a:lnSpc>
                        <a:spcBef>
                          <a:spcPts val="0"/>
                        </a:spcBef>
                        <a:spcAft>
                          <a:spcPts val="0"/>
                        </a:spcAft>
                        <a:buNone/>
                      </a:pPr>
                      <a:r>
                        <a:rPr sz="1800" b="1" lang="zh-CN" altLang="en-US">
                          <a:solidFill>
                            <a:srgbClr val="FFFFFF"/>
                          </a:solidFill>
                          <a:latin typeface="SimHei"/>
                          <a:ea typeface="SimHei"/>
                          <a:cs typeface="SimHei"/>
                        </a:rPr>
                        <a:t>相对幅值</a:t>
                      </a:r>
                    </a:p>
                  </a:txBody>
                  <a:tcPr marL="109728" marR="109728" marT="54864" marB="54864">
                    <a:solidFill>
                      <a:srgbClr val="005BC4"/>
                    </a:solidFill>
                  </a:tcPr>
                </a:tc>
                <a:tc>
                  <a:txBody>
                    <a:bodyPr wrap="square" lIns="64008" rIns="64008" tIns="64008" bIns="64008" anchor="ctr"/>
                    <a:lstStyle/>
                    <a:p>
                      <a:pPr algn="l">
                        <a:lnSpc>
                          <a:spcPct val="112000"/>
                        </a:lnSpc>
                        <a:spcBef>
                          <a:spcPts val="0"/>
                        </a:spcBef>
                        <a:spcAft>
                          <a:spcPts val="0"/>
                        </a:spcAft>
                        <a:buNone/>
                      </a:pPr>
                      <a:r>
                        <a:rPr sz="1800" b="1" lang="zh-CN" altLang="en-US">
                          <a:solidFill>
                            <a:srgbClr val="FFFFFF"/>
                          </a:solidFill>
                          <a:latin typeface="SimHei"/>
                          <a:ea typeface="SimHei"/>
                          <a:cs typeface="SimHei"/>
                        </a:rPr>
                        <a:t>主要模式（原文表1）</a:t>
                      </a:r>
                    </a:p>
                  </a:txBody>
                  <a:tcPr marL="109728" marR="109728" marT="54864" marB="54864">
                    <a:solidFill>
                      <a:srgbClr val="005BC4"/>
                    </a:solidFill>
                  </a:tcPr>
                </a:tc>
              </a:tr>
              <a:tr h="530352">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65</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0.20</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CCN 弯曲</a:t>
                      </a:r>
                    </a:p>
                  </a:txBody>
                  <a:tcPr marL="109728" marR="109728" marT="54864" marB="54864">
                    <a:solidFill>
                      <a:srgbClr val="EDF4FF"/>
                    </a:solidFill>
                  </a:tcPr>
                </a:tc>
              </a:tr>
              <a:tr h="530352">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88</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0.20</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CF</a:t>
                      </a:r>
                      <a:r>
                        <a:rPr sz="1296" b="0" lang="zh-CN" altLang="en-US" baseline="-24000">
                          <a:solidFill>
                            <a:srgbClr val="000000"/>
                          </a:solidFill>
                          <a:latin typeface="SimHei"/>
                          <a:ea typeface="SimHei"/>
                          <a:cs typeface="SimHei"/>
                        </a:rPr>
                        <a:t>3</a:t>
                      </a:r>
                      <a:r>
                        <a:rPr sz="1800" b="0" lang="zh-CN" altLang="en-US">
                          <a:solidFill>
                            <a:srgbClr val="000000"/>
                          </a:solidFill>
                          <a:latin typeface="SimHei"/>
                          <a:ea typeface="SimHei"/>
                          <a:cs typeface="SimHei"/>
                        </a:rPr>
                        <a:t> 非对称伞形</a:t>
                      </a:r>
                    </a:p>
                  </a:txBody>
                  <a:tcPr marL="109728" marR="109728" marT="54864" marB="54864">
                    <a:solidFill>
                      <a:srgbClr val="FFFFFF"/>
                    </a:solidFill>
                  </a:tcPr>
                </a:tc>
              </a:tr>
              <a:tr h="530352">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122</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0.30</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CF 伸缩</a:t>
                      </a:r>
                    </a:p>
                  </a:txBody>
                  <a:tcPr marL="109728" marR="109728" marT="54864" marB="54864">
                    <a:solidFill>
                      <a:srgbClr val="EDF4FF"/>
                    </a:solidFill>
                  </a:tcPr>
                </a:tc>
              </a:tr>
              <a:tr h="530352">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155</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1.00</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CC 伸缩</a:t>
                      </a:r>
                    </a:p>
                  </a:txBody>
                  <a:tcPr marL="109728" marR="109728" marT="54864" marB="54864">
                    <a:solidFill>
                      <a:srgbClr val="FFFFFF"/>
                    </a:solidFill>
                  </a:tcPr>
                </a:tc>
              </a:tr>
              <a:tr h="530352">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279</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0.12</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CN 与组合伸缩</a:t>
                      </a:r>
                    </a:p>
                  </a:txBody>
                  <a:tcPr marL="109728" marR="109728" marT="54864" marB="54864">
                    <a:solidFill>
                      <a:srgbClr val="EDF4FF"/>
                    </a:solidFill>
                  </a:tcPr>
                </a:tc>
              </a:tr>
              <a:tr h="530352">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443</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0.10</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更高组合伸缩</a:t>
                      </a:r>
                    </a:p>
                  </a:txBody>
                  <a:tcPr marL="109728" marR="109728" marT="54864" marB="54864">
                    <a:solidFill>
                      <a:srgbClr val="FFFFFF"/>
                    </a:solidFill>
                  </a:tcPr>
                </a:tc>
              </a:tr>
            </a:tbl>
          </a:graphicData>
        </a:graphic>
      </p:graphicFrame>
      <p:sp>
        <p:nvSpPr>
          <p:cNvPr id="10" name="Rounded Rectangle 9"/>
          <p:cNvSpPr/>
          <p:nvPr/>
        </p:nvSpPr>
        <p:spPr>
          <a:xfrm>
            <a:off x="6748272" y="1572768"/>
            <a:ext cx="4873752" cy="1380744"/>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748272" y="1572768"/>
            <a:ext cx="50292" cy="1380744"/>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12864" y="1691640"/>
            <a:ext cx="4544568"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基底形状</a:t>
            </a:r>
          </a:p>
        </p:txBody>
      </p:sp>
      <p:sp>
        <p:nvSpPr>
          <p:cNvPr id="13" name="TextBox 12"/>
          <p:cNvSpPr txBox="1"/>
          <p:nvPr/>
        </p:nvSpPr>
        <p:spPr>
          <a:xfrm>
            <a:off x="6912864" y="2212848"/>
            <a:ext cx="4544568" cy="65836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采用 Born-dipole 形式。</a:t>
            </a:r>
          </a:p>
        </p:txBody>
      </p:sp>
      <p:sp>
        <p:nvSpPr>
          <p:cNvPr id="14" name="Rounded Rectangle 13"/>
          <p:cNvSpPr/>
          <p:nvPr/>
        </p:nvSpPr>
        <p:spPr>
          <a:xfrm>
            <a:off x="6748272" y="3090672"/>
            <a:ext cx="4873752" cy="1380744"/>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748272" y="3090672"/>
            <a:ext cx="50292" cy="1380744"/>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12864" y="3209544"/>
            <a:ext cx="4544568"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振动共振</a:t>
            </a:r>
          </a:p>
        </p:txBody>
      </p:sp>
      <p:sp>
        <p:nvSpPr>
          <p:cNvPr id="17" name="TextBox 16"/>
          <p:cNvSpPr txBox="1"/>
          <p:nvPr/>
        </p:nvSpPr>
        <p:spPr>
          <a:xfrm>
            <a:off x="6912864" y="3730752"/>
            <a:ext cx="4544568" cy="65836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约1.0 eV和7.6 eV；宽度约0.5 eV和1.7 eV。</a:t>
            </a:r>
          </a:p>
        </p:txBody>
      </p:sp>
      <p:sp>
        <p:nvSpPr>
          <p:cNvPr id="18" name="Rounded Rectangle 17"/>
          <p:cNvSpPr/>
          <p:nvPr/>
        </p:nvSpPr>
        <p:spPr>
          <a:xfrm>
            <a:off x="6748272" y="4608576"/>
            <a:ext cx="4873752" cy="1380744"/>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748272" y="4608576"/>
            <a:ext cx="50292" cy="1380744"/>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12864" y="4727448"/>
            <a:ext cx="4544568"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约束的不足</a:t>
            </a:r>
          </a:p>
        </p:txBody>
      </p:sp>
      <p:sp>
        <p:nvSpPr>
          <p:cNvPr id="21" name="TextBox 20"/>
          <p:cNvSpPr txBox="1"/>
          <p:nvPr/>
        </p:nvSpPr>
        <p:spPr>
          <a:xfrm>
            <a:off x="6912864" y="5248656"/>
            <a:ext cx="4544568" cy="65836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绝对幅值不能由现有散射资料直接唯一确定。</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附着过程：为何存在参数补偿？</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09</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低能信号给谱形；群参数给幅值，但纯气体约束仍不唯一</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Metting van Rijn &amp; Franck (2026)｜doi:10.1088/1361-6463/ae4fd8</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9 / 26</a:t>
            </a:r>
          </a:p>
        </p:txBody>
      </p:sp>
      <p:sp>
        <p:nvSpPr>
          <p:cNvPr id="9" name="Rounded Rectangle 8"/>
          <p:cNvSpPr/>
          <p:nvPr/>
        </p:nvSpPr>
        <p:spPr>
          <a:xfrm>
            <a:off x="576072" y="1700784"/>
            <a:ext cx="3429000" cy="3273552"/>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6072" y="1700784"/>
            <a:ext cx="50292" cy="3273552"/>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1819656"/>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低于2 eV</a:t>
            </a:r>
          </a:p>
        </p:txBody>
      </p:sp>
      <p:sp>
        <p:nvSpPr>
          <p:cNvPr id="12" name="TextBox 11"/>
          <p:cNvSpPr txBox="1"/>
          <p:nvPr/>
        </p:nvSpPr>
        <p:spPr>
          <a:xfrm>
            <a:off x="740664" y="2340864"/>
            <a:ext cx="3099816" cy="255117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已有质量分辨离子信号及总信号，但多为任意强度单位。</a:t>
            </a:r>
          </a:p>
        </p:txBody>
      </p:sp>
      <p:sp>
        <p:nvSpPr>
          <p:cNvPr id="13" name="Rounded Rectangle 12"/>
          <p:cNvSpPr/>
          <p:nvPr/>
        </p:nvSpPr>
        <p:spPr>
          <a:xfrm>
            <a:off x="4398264" y="1700784"/>
            <a:ext cx="3429000" cy="3273552"/>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8264" y="1700784"/>
            <a:ext cx="50292" cy="3273552"/>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5" y="1819656"/>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较高能共振</a:t>
            </a:r>
          </a:p>
        </p:txBody>
      </p:sp>
      <p:sp>
        <p:nvSpPr>
          <p:cNvPr id="16" name="TextBox 15"/>
          <p:cNvSpPr txBox="1"/>
          <p:nvPr/>
        </p:nvSpPr>
        <p:spPr>
          <a:xfrm>
            <a:off x="4562855" y="2340864"/>
            <a:ext cx="3099816" cy="255117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散射信号约7.4 eV；讨论中的附着共振约7.6 eV。</a:t>
            </a:r>
          </a:p>
        </p:txBody>
      </p:sp>
      <p:sp>
        <p:nvSpPr>
          <p:cNvPr id="17" name="Rounded Rectangle 16"/>
          <p:cNvSpPr/>
          <p:nvPr/>
        </p:nvSpPr>
        <p:spPr>
          <a:xfrm>
            <a:off x="8220456" y="1700784"/>
            <a:ext cx="3429000" cy="3273552"/>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0456" y="1700784"/>
            <a:ext cx="50292" cy="3273552"/>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85048" y="1819656"/>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可辨识性问题</a:t>
            </a:r>
          </a:p>
        </p:txBody>
      </p:sp>
      <p:sp>
        <p:nvSpPr>
          <p:cNvPr id="20" name="TextBox 19"/>
          <p:cNvSpPr txBox="1"/>
          <p:nvPr/>
        </p:nvSpPr>
        <p:spPr>
          <a:xfrm>
            <a:off x="8385048" y="2340864"/>
            <a:ext cx="3099816" cy="255117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一组附着幅值增大、另一组减小，仍可能满足相同群数据。</a:t>
            </a:r>
          </a:p>
        </p:txBody>
      </p:sp>
      <p:sp>
        <p:nvSpPr>
          <p:cNvPr id="21" name="Rounded Rectangle 20"/>
          <p:cNvSpPr/>
          <p:nvPr/>
        </p:nvSpPr>
        <p:spPr>
          <a:xfrm>
            <a:off x="502920" y="5669280"/>
            <a:ext cx="11201400" cy="594360"/>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760720"/>
            <a:ext cx="10835640" cy="45720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单一群参数拟合良好，不等于所有附着分通道都被唯一确定。</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电子激发、电离与 W 值约束</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10</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把“电离阈值”与“平均每离子对耗能”分开理解</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Metting van Rijn &amp; Franck (2026)｜doi:10.1088/1361-6463/ae4fd8</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10 / 26</a:t>
            </a:r>
          </a:p>
        </p:txBody>
      </p:sp>
      <p:sp>
        <p:nvSpPr>
          <p:cNvPr id="9" name="Rounded Rectangle 8"/>
          <p:cNvSpPr/>
          <p:nvPr/>
        </p:nvSpPr>
        <p:spPr>
          <a:xfrm>
            <a:off x="576072" y="1728216"/>
            <a:ext cx="3429000" cy="30175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6072" y="1728216"/>
            <a:ext cx="50292" cy="30175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1847088"/>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12.7 eV</a:t>
            </a:r>
          </a:p>
        </p:txBody>
      </p:sp>
      <p:sp>
        <p:nvSpPr>
          <p:cNvPr id="12" name="TextBox 11"/>
          <p:cNvSpPr txBox="1"/>
          <p:nvPr/>
        </p:nvSpPr>
        <p:spPr>
          <a:xfrm>
            <a:off x="740664" y="2368296"/>
            <a:ext cx="3099816" cy="22951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0" lang="zh-CN" altLang="en-US">
                <a:solidFill>
                  <a:srgbClr val="000000"/>
                </a:solidFill>
                <a:latin typeface="SimHei"/>
                <a:ea typeface="SimHei"/>
                <a:cs typeface="SimHei"/>
              </a:rPr>
              <a:t>电离阈值；电离截面借助 C</a:t>
            </a:r>
            <a:r>
              <a:rPr sz="1584" b="0" lang="zh-CN" altLang="en-US" baseline="-24000">
                <a:solidFill>
                  <a:srgbClr val="000000"/>
                </a:solidFill>
                <a:latin typeface="SimHei"/>
                <a:ea typeface="SimHei"/>
                <a:cs typeface="SimHei"/>
              </a:rPr>
              <a:t>2</a:t>
            </a:r>
            <a:r>
              <a:rPr sz="2200" b="0" lang="zh-CN" altLang="en-US">
                <a:solidFill>
                  <a:srgbClr val="000000"/>
                </a:solidFill>
                <a:latin typeface="SimHei"/>
                <a:ea typeface="SimHei"/>
                <a:cs typeface="SimHei"/>
              </a:rPr>
              <a:t>F</a:t>
            </a:r>
            <a:r>
              <a:rPr sz="1584" b="0" lang="zh-CN" altLang="en-US" baseline="-24000">
                <a:solidFill>
                  <a:srgbClr val="000000"/>
                </a:solidFill>
                <a:latin typeface="SimHei"/>
                <a:ea typeface="SimHei"/>
                <a:cs typeface="SimHei"/>
              </a:rPr>
              <a:t>6</a:t>
            </a:r>
            <a:r>
              <a:rPr sz="2200" b="0" lang="zh-CN" altLang="en-US">
                <a:solidFill>
                  <a:srgbClr val="000000"/>
                </a:solidFill>
                <a:latin typeface="SimHei"/>
                <a:ea typeface="SimHei"/>
                <a:cs typeface="SimHei"/>
              </a:rPr>
              <a:t> 数据缩放。</a:t>
            </a:r>
          </a:p>
        </p:txBody>
      </p:sp>
      <p:sp>
        <p:nvSpPr>
          <p:cNvPr id="13" name="Rounded Rectangle 12"/>
          <p:cNvSpPr/>
          <p:nvPr/>
        </p:nvSpPr>
        <p:spPr>
          <a:xfrm>
            <a:off x="4398264" y="1728216"/>
            <a:ext cx="3429000" cy="30175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8264" y="1728216"/>
            <a:ext cx="50292" cy="30175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5" y="1847088"/>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16.5 / 20.5 eV</a:t>
            </a:r>
          </a:p>
        </p:txBody>
      </p:sp>
      <p:sp>
        <p:nvSpPr>
          <p:cNvPr id="16" name="TextBox 15"/>
          <p:cNvSpPr txBox="1"/>
          <p:nvPr/>
        </p:nvSpPr>
        <p:spPr>
          <a:xfrm>
            <a:off x="4562855" y="2368296"/>
            <a:ext cx="3099816" cy="22951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0" lang="zh-CN" altLang="en-US">
                <a:solidFill>
                  <a:srgbClr val="000000"/>
                </a:solidFill>
                <a:latin typeface="SimHei"/>
                <a:ea typeface="SimHei"/>
                <a:cs typeface="SimHei"/>
              </a:rPr>
              <a:t>引入强电子激发通道，以满足合理能量损失。</a:t>
            </a:r>
          </a:p>
        </p:txBody>
      </p:sp>
      <p:sp>
        <p:nvSpPr>
          <p:cNvPr id="17" name="Rounded Rectangle 16"/>
          <p:cNvSpPr/>
          <p:nvPr/>
        </p:nvSpPr>
        <p:spPr>
          <a:xfrm>
            <a:off x="8220456" y="1728216"/>
            <a:ext cx="3429000" cy="30175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0456" y="1728216"/>
            <a:ext cx="50292" cy="30175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85048" y="1847088"/>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31 eV / 离子对</a:t>
            </a:r>
          </a:p>
        </p:txBody>
      </p:sp>
      <p:sp>
        <p:nvSpPr>
          <p:cNvPr id="20" name="TextBox 19"/>
          <p:cNvSpPr txBox="1"/>
          <p:nvPr/>
        </p:nvSpPr>
        <p:spPr>
          <a:xfrm>
            <a:off x="8385048" y="2368296"/>
            <a:ext cx="3099816" cy="22951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0" lang="zh-CN" altLang="en-US">
                <a:solidFill>
                  <a:srgbClr val="000000"/>
                </a:solidFill>
                <a:latin typeface="SimHei"/>
                <a:ea typeface="SimHei"/>
                <a:cs typeface="SimHei"/>
              </a:rPr>
              <a:t>渐近 W 值的设定目标；通过 DEGRAD 计算检验。</a:t>
            </a:r>
          </a:p>
        </p:txBody>
      </p:sp>
      <p:sp>
        <p:nvSpPr>
          <p:cNvPr id="21" name="TextBox 20"/>
          <p:cNvSpPr txBox="1"/>
          <p:nvPr/>
        </p:nvSpPr>
        <p:spPr>
          <a:xfrm>
            <a:off x="731520" y="5111496"/>
            <a:ext cx="10881360" cy="37490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0" lang="zh-CN" altLang="en-US">
                <a:solidFill>
                  <a:srgbClr val="000000"/>
                </a:solidFill>
                <a:latin typeface="SimHei"/>
                <a:ea typeface="SimHei"/>
                <a:cs typeface="SimHei"/>
              </a:rPr>
              <a:t>I：电离能量门槛；W：包括非电离损失在内的平均耗能。</a:t>
            </a:r>
          </a:p>
        </p:txBody>
      </p:sp>
      <p:sp>
        <p:nvSpPr>
          <p:cNvPr id="22" name="Rounded Rectangle 21"/>
          <p:cNvSpPr/>
          <p:nvPr/>
        </p:nvSpPr>
        <p:spPr>
          <a:xfrm>
            <a:off x="502920" y="5815584"/>
            <a:ext cx="11201400" cy="484632"/>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907024"/>
            <a:ext cx="10835640" cy="34747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00" b="1" lang="zh-CN" altLang="en-US">
                <a:solidFill>
                  <a:srgbClr val="C00000"/>
                </a:solidFill>
                <a:latin typeface="SimHei"/>
                <a:ea typeface="SimHei"/>
                <a:cs typeface="SimHei"/>
              </a:rPr>
              <a:t>31 eV 是截面构建的约束目标，不是本文新测得的独立实验结果。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纯 C</a:t>
            </a:r>
            <a:r>
              <a:rPr sz="2016" b="1" lang="zh-CN" altLang="en-US" baseline="-24000">
                <a:solidFill>
                  <a:srgbClr val="000000"/>
                </a:solidFill>
                <a:latin typeface="SimHei"/>
                <a:ea typeface="SimHei"/>
                <a:cs typeface="SimHei"/>
              </a:rPr>
              <a:t>4</a:t>
            </a:r>
            <a:r>
              <a:rPr sz="2800" b="1" lang="zh-CN" altLang="en-US">
                <a:solidFill>
                  <a:srgbClr val="000000"/>
                </a:solidFill>
                <a:latin typeface="SimHei"/>
                <a:ea typeface="SimHei"/>
                <a:cs typeface="SimHei"/>
              </a:rPr>
              <a:t>F</a:t>
            </a:r>
            <a:r>
              <a:rPr sz="2016" b="1" lang="zh-CN" altLang="en-US" baseline="-24000">
                <a:solidFill>
                  <a:srgbClr val="000000"/>
                </a:solidFill>
                <a:latin typeface="SimHei"/>
                <a:ea typeface="SimHei"/>
                <a:cs typeface="SimHei"/>
              </a:rPr>
              <a:t>7</a:t>
            </a:r>
            <a:r>
              <a:rPr sz="2800" b="1" lang="zh-CN" altLang="en-US">
                <a:solidFill>
                  <a:srgbClr val="000000"/>
                </a:solidFill>
                <a:latin typeface="SimHei"/>
                <a:ea typeface="SimHei"/>
                <a:cs typeface="SimHei"/>
              </a:rPr>
              <a:t>N：漂移与有效电离结果</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11</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原文图3-4｜计算与 PT 群实验的一致性检验</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Metting van Rijn &amp; Franck (2026)｜doi:10.1088/1361-6463/ae4fd8</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11 / 26</a:t>
            </a:r>
          </a:p>
        </p:txBody>
      </p:sp>
      <p:sp>
        <p:nvSpPr>
          <p:cNvPr id="9" name="TextBox 8"/>
          <p:cNvSpPr txBox="1"/>
          <p:nvPr/>
        </p:nvSpPr>
        <p:spPr>
          <a:xfrm>
            <a:off x="658368" y="1426464"/>
            <a:ext cx="5212080" cy="38404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1" lang="zh-CN" altLang="en-US">
                <a:solidFill>
                  <a:srgbClr val="005BC4"/>
                </a:solidFill>
                <a:latin typeface="SimHei"/>
                <a:ea typeface="SimHei"/>
                <a:cs typeface="SimHei"/>
              </a:rPr>
              <a:t>体漂移速度 W</a:t>
            </a:r>
            <a:r>
              <a:rPr sz="1655" b="1" lang="zh-CN" altLang="en-US" baseline="-24000">
                <a:solidFill>
                  <a:srgbClr val="005BC4"/>
                </a:solidFill>
                <a:latin typeface="SimHei"/>
                <a:ea typeface="SimHei"/>
                <a:cs typeface="SimHei"/>
              </a:rPr>
              <a:t>b</a:t>
            </a:r>
          </a:p>
        </p:txBody>
      </p:sp>
      <p:sp>
        <p:nvSpPr>
          <p:cNvPr id="10" name="TextBox 9"/>
          <p:cNvSpPr txBox="1"/>
          <p:nvPr/>
        </p:nvSpPr>
        <p:spPr>
          <a:xfrm>
            <a:off x="6364224" y="1426464"/>
            <a:ext cx="5212080" cy="38404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1" lang="zh-CN" altLang="en-US">
                <a:solidFill>
                  <a:srgbClr val="005BC4"/>
                </a:solidFill>
                <a:latin typeface="SimHei"/>
                <a:ea typeface="SimHei"/>
                <a:cs typeface="SimHei"/>
              </a:rPr>
              <a:t>有效电离速率系数 k</a:t>
            </a:r>
            <a:r>
              <a:rPr sz="1655" b="1" lang="zh-CN" altLang="en-US" baseline="-24000">
                <a:solidFill>
                  <a:srgbClr val="005BC4"/>
                </a:solidFill>
                <a:latin typeface="SimHei"/>
                <a:ea typeface="SimHei"/>
                <a:cs typeface="SimHei"/>
              </a:rPr>
              <a:t>eff</a:t>
            </a:r>
          </a:p>
        </p:txBody>
      </p:sp>
      <p:pic>
        <p:nvPicPr>
          <p:cNvPr id="11" name="Picture 10" descr="a_fig3.png"/>
          <p:cNvPicPr>
            <a:picLocks noChangeAspect="1"/>
          </p:cNvPicPr>
          <p:nvPr/>
        </p:nvPicPr>
        <p:blipFill>
          <a:blip r:embed="rId3"/>
          <a:stretch>
            <a:fillRect/>
          </a:stretch>
        </p:blipFill>
        <p:spPr>
          <a:xfrm>
            <a:off x="1123573" y="1929384"/>
            <a:ext cx="4245092" cy="3410711"/>
          </a:xfrm>
          <a:prstGeom prst="rect">
            <a:avLst/>
          </a:prstGeom>
        </p:spPr>
      </p:pic>
      <p:pic>
        <p:nvPicPr>
          <p:cNvPr id="12" name="Picture 11" descr="a_fig4.png"/>
          <p:cNvPicPr>
            <a:picLocks noChangeAspect="1"/>
          </p:cNvPicPr>
          <p:nvPr/>
        </p:nvPicPr>
        <p:blipFill>
          <a:blip r:embed="rId4"/>
          <a:stretch>
            <a:fillRect/>
          </a:stretch>
        </p:blipFill>
        <p:spPr>
          <a:xfrm>
            <a:off x="6873706" y="1929384"/>
            <a:ext cx="4101675" cy="3410712"/>
          </a:xfrm>
          <a:prstGeom prst="rect">
            <a:avLst/>
          </a:prstGeom>
        </p:spPr>
      </p:pic>
      <p:sp>
        <p:nvSpPr>
          <p:cNvPr id="13" name="TextBox 12"/>
          <p:cNvSpPr txBox="1"/>
          <p:nvPr/>
        </p:nvSpPr>
        <p:spPr>
          <a:xfrm>
            <a:off x="749808" y="5468112"/>
            <a:ext cx="10698480" cy="28346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300" b="0" lang="zh-CN" altLang="en-US">
                <a:solidFill>
                  <a:srgbClr val="526177"/>
                </a:solidFill>
                <a:latin typeface="SimHei"/>
                <a:ea typeface="SimHei"/>
                <a:cs typeface="SimHei"/>
              </a:rPr>
              <a:t>原文图3-4：点为实验、线为计算；图3的2%误差条由作者为展示符合程度而设定。</a:t>
            </a:r>
          </a:p>
        </p:txBody>
      </p:sp>
      <p:sp>
        <p:nvSpPr>
          <p:cNvPr id="14" name="Rounded Rectangle 13"/>
          <p:cNvSpPr/>
          <p:nvPr/>
        </p:nvSpPr>
        <p:spPr>
          <a:xfrm>
            <a:off x="502920" y="5916168"/>
            <a:ext cx="11201400" cy="384048"/>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007607"/>
            <a:ext cx="10835640" cy="24688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00" b="1" lang="zh-CN" altLang="en-US">
                <a:solidFill>
                  <a:srgbClr val="005BC4"/>
                </a:solidFill>
                <a:latin typeface="SimHei"/>
                <a:ea typeface="SimHei"/>
                <a:cs typeface="SimHei"/>
              </a:rPr>
              <a:t>临界约化场：975 ± 15 Td（所引用的纯气体实验值）；计算可复现零交点。</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稀释混合气：增加不同能区的约束</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12</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原文图5、图7｜Ar 与 N</a:t>
            </a:r>
            <a:r>
              <a:rPr sz="1439" b="1" lang="zh-CN" altLang="en-US" baseline="-24000">
                <a:solidFill>
                  <a:srgbClr val="C00000"/>
                </a:solidFill>
                <a:latin typeface="SimHei"/>
                <a:ea typeface="SimHei"/>
                <a:cs typeface="SimHei"/>
              </a:rPr>
              <a:t>2</a:t>
            </a:r>
            <a:r>
              <a:rPr sz="2000" b="1" lang="zh-CN" altLang="en-US">
                <a:solidFill>
                  <a:srgbClr val="C00000"/>
                </a:solidFill>
                <a:latin typeface="SimHei"/>
                <a:ea typeface="SimHei"/>
                <a:cs typeface="SimHei"/>
              </a:rPr>
              <a:t> 中的体漂移速度</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Metting van Rijn &amp; Franck (2026)｜doi:10.1088/1361-6463/ae4fd8</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12 / 26</a:t>
            </a:r>
          </a:p>
        </p:txBody>
      </p:sp>
      <p:sp>
        <p:nvSpPr>
          <p:cNvPr id="9" name="TextBox 8"/>
          <p:cNvSpPr txBox="1"/>
          <p:nvPr/>
        </p:nvSpPr>
        <p:spPr>
          <a:xfrm>
            <a:off x="658368" y="1426464"/>
            <a:ext cx="521208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1" lang="zh-CN" altLang="en-US">
                <a:solidFill>
                  <a:srgbClr val="005BC4"/>
                </a:solidFill>
                <a:latin typeface="SimHei"/>
                <a:ea typeface="SimHei"/>
                <a:cs typeface="SimHei"/>
              </a:rPr>
              <a:t>Ar 稀释混合气</a:t>
            </a:r>
          </a:p>
        </p:txBody>
      </p:sp>
      <p:sp>
        <p:nvSpPr>
          <p:cNvPr id="10" name="TextBox 9"/>
          <p:cNvSpPr txBox="1"/>
          <p:nvPr/>
        </p:nvSpPr>
        <p:spPr>
          <a:xfrm>
            <a:off x="6345936" y="1426464"/>
            <a:ext cx="521208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1" lang="zh-CN" altLang="en-US">
                <a:solidFill>
                  <a:srgbClr val="005BC4"/>
                </a:solidFill>
                <a:latin typeface="SimHei"/>
                <a:ea typeface="SimHei"/>
                <a:cs typeface="SimHei"/>
              </a:rPr>
              <a:t>N</a:t>
            </a:r>
            <a:r>
              <a:rPr sz="1655" b="1" lang="zh-CN" altLang="en-US" baseline="-24000">
                <a:solidFill>
                  <a:srgbClr val="005BC4"/>
                </a:solidFill>
                <a:latin typeface="SimHei"/>
                <a:ea typeface="SimHei"/>
                <a:cs typeface="SimHei"/>
              </a:rPr>
              <a:t>2</a:t>
            </a:r>
            <a:r>
              <a:rPr sz="2300" b="1" lang="zh-CN" altLang="en-US">
                <a:solidFill>
                  <a:srgbClr val="005BC4"/>
                </a:solidFill>
                <a:latin typeface="SimHei"/>
                <a:ea typeface="SimHei"/>
                <a:cs typeface="SimHei"/>
              </a:rPr>
              <a:t> 稀释混合气</a:t>
            </a:r>
          </a:p>
        </p:txBody>
      </p:sp>
      <p:pic>
        <p:nvPicPr>
          <p:cNvPr id="11" name="Picture 10" descr="a_fig5.png"/>
          <p:cNvPicPr>
            <a:picLocks noChangeAspect="1"/>
          </p:cNvPicPr>
          <p:nvPr/>
        </p:nvPicPr>
        <p:blipFill>
          <a:blip r:embed="rId3"/>
          <a:stretch>
            <a:fillRect/>
          </a:stretch>
        </p:blipFill>
        <p:spPr>
          <a:xfrm>
            <a:off x="1125759" y="1947672"/>
            <a:ext cx="4240721" cy="3401568"/>
          </a:xfrm>
          <a:prstGeom prst="rect">
            <a:avLst/>
          </a:prstGeom>
        </p:spPr>
      </p:pic>
      <p:pic>
        <p:nvPicPr>
          <p:cNvPr id="12" name="Picture 11" descr="a_fig7.png"/>
          <p:cNvPicPr>
            <a:picLocks noChangeAspect="1"/>
          </p:cNvPicPr>
          <p:nvPr/>
        </p:nvPicPr>
        <p:blipFill>
          <a:blip r:embed="rId4"/>
          <a:stretch>
            <a:fillRect/>
          </a:stretch>
        </p:blipFill>
        <p:spPr>
          <a:xfrm>
            <a:off x="6816429" y="1947672"/>
            <a:ext cx="4216229" cy="3401568"/>
          </a:xfrm>
          <a:prstGeom prst="rect">
            <a:avLst/>
          </a:prstGeom>
        </p:spPr>
      </p:pic>
      <p:sp>
        <p:nvSpPr>
          <p:cNvPr id="13" name="TextBox 12"/>
          <p:cNvSpPr txBox="1"/>
          <p:nvPr/>
        </p:nvSpPr>
        <p:spPr>
          <a:xfrm>
            <a:off x="749808" y="5468112"/>
            <a:ext cx="10698480" cy="28346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300" b="0" lang="zh-CN" altLang="en-US">
                <a:solidFill>
                  <a:srgbClr val="526177"/>
                </a:solidFill>
                <a:latin typeface="SimHei"/>
                <a:ea typeface="SimHei"/>
                <a:cs typeface="SimHei"/>
              </a:rPr>
              <a:t>文献[1]图5、图7；百分比指 C</a:t>
            </a:r>
            <a:r>
              <a:rPr sz="936" b="0" lang="zh-CN" altLang="en-US" baseline="-24000">
                <a:solidFill>
                  <a:srgbClr val="526177"/>
                </a:solidFill>
                <a:latin typeface="SimHei"/>
                <a:ea typeface="SimHei"/>
                <a:cs typeface="SimHei"/>
              </a:rPr>
              <a:t>4</a:t>
            </a:r>
            <a:r>
              <a:rPr sz="1300" b="0" lang="zh-CN" altLang="en-US">
                <a:solidFill>
                  <a:srgbClr val="526177"/>
                </a:solidFill>
                <a:latin typeface="SimHei"/>
                <a:ea typeface="SimHei"/>
                <a:cs typeface="SimHei"/>
              </a:rPr>
              <a:t>F</a:t>
            </a:r>
            <a:r>
              <a:rPr sz="936" b="0" lang="zh-CN" altLang="en-US" baseline="-24000">
                <a:solidFill>
                  <a:srgbClr val="526177"/>
                </a:solidFill>
                <a:latin typeface="SimHei"/>
                <a:ea typeface="SimHei"/>
                <a:cs typeface="SimHei"/>
              </a:rPr>
              <a:t>7</a:t>
            </a:r>
            <a:r>
              <a:rPr sz="1300" b="0" lang="zh-CN" altLang="en-US">
                <a:solidFill>
                  <a:srgbClr val="526177"/>
                </a:solidFill>
                <a:latin typeface="SimHei"/>
                <a:ea typeface="SimHei"/>
                <a:cs typeface="SimHei"/>
              </a:rPr>
              <a:t>N 浓度；原文裁切。</a:t>
            </a:r>
          </a:p>
        </p:txBody>
      </p:sp>
      <p:sp>
        <p:nvSpPr>
          <p:cNvPr id="14" name="Rounded Rectangle 13"/>
          <p:cNvSpPr/>
          <p:nvPr/>
        </p:nvSpPr>
        <p:spPr>
          <a:xfrm>
            <a:off x="502920" y="5907024"/>
            <a:ext cx="11201400" cy="393192"/>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998464"/>
            <a:ext cx="10835640" cy="25603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00" b="1" lang="zh-CN" altLang="en-US">
                <a:solidFill>
                  <a:srgbClr val="005BC4"/>
                </a:solidFill>
                <a:latin typeface="SimHei"/>
                <a:ea typeface="SimHei"/>
                <a:cs typeface="SimHei"/>
              </a:rPr>
              <a:t>混合气可提供额外约束；图中任意设置的5%误差条不是通用实验精度。</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文献一小结：哪些问题仍未解决？</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13</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低能绝对数据、测量边界与截面通道的可辨识性</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Metting van Rijn &amp; Franck (2026)｜doi:10.1088/1361-6463/ae4fd8</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13 / 26</a:t>
            </a:r>
          </a:p>
        </p:txBody>
      </p:sp>
      <p:pic>
        <p:nvPicPr>
          <p:cNvPr id="9" name="Picture 8" descr="a_fig8.png"/>
          <p:cNvPicPr>
            <a:picLocks noChangeAspect="1"/>
          </p:cNvPicPr>
          <p:nvPr/>
        </p:nvPicPr>
        <p:blipFill>
          <a:blip r:embed="rId3"/>
          <a:stretch>
            <a:fillRect/>
          </a:stretch>
        </p:blipFill>
        <p:spPr>
          <a:xfrm>
            <a:off x="621365" y="1508760"/>
            <a:ext cx="5478109" cy="4370832"/>
          </a:xfrm>
          <a:prstGeom prst="rect">
            <a:avLst/>
          </a:prstGeom>
        </p:spPr>
      </p:pic>
      <p:sp>
        <p:nvSpPr>
          <p:cNvPr id="10" name="TextBox 9"/>
          <p:cNvSpPr txBox="1"/>
          <p:nvPr/>
        </p:nvSpPr>
        <p:spPr>
          <a:xfrm>
            <a:off x="685800" y="5952744"/>
            <a:ext cx="5394960" cy="30175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100" b="0" lang="zh-CN" altLang="en-US">
                <a:solidFill>
                  <a:srgbClr val="526177"/>
                </a:solidFill>
                <a:latin typeface="SimHei"/>
                <a:ea typeface="SimHei"/>
                <a:cs typeface="SimHei"/>
              </a:rPr>
              <a:t>文献[1]图8，原刊p.7；N</a:t>
            </a:r>
            <a:r>
              <a:rPr sz="792" b="0" lang="zh-CN" altLang="en-US" baseline="-24000">
                <a:solidFill>
                  <a:srgbClr val="526177"/>
                </a:solidFill>
                <a:latin typeface="SimHei"/>
                <a:ea typeface="SimHei"/>
                <a:cs typeface="SimHei"/>
              </a:rPr>
              <a:t>2</a:t>
            </a:r>
            <a:r>
              <a:rPr sz="1100" b="0" lang="zh-CN" altLang="en-US">
                <a:solidFill>
                  <a:srgbClr val="526177"/>
                </a:solidFill>
                <a:latin typeface="SimHei"/>
                <a:ea typeface="SimHei"/>
                <a:cs typeface="SimHei"/>
              </a:rPr>
              <a:t>混合气有效电离速率</a:t>
            </a:r>
          </a:p>
        </p:txBody>
      </p:sp>
      <p:sp>
        <p:nvSpPr>
          <p:cNvPr id="11" name="Rounded Rectangle 10"/>
          <p:cNvSpPr/>
          <p:nvPr/>
        </p:nvSpPr>
        <p:spPr>
          <a:xfrm>
            <a:off x="6455664" y="1527048"/>
            <a:ext cx="5202936"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55664" y="1527048"/>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0255" y="1645919"/>
            <a:ext cx="487375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资料稀缺</a:t>
            </a:r>
          </a:p>
        </p:txBody>
      </p:sp>
      <p:sp>
        <p:nvSpPr>
          <p:cNvPr id="14" name="TextBox 13"/>
          <p:cNvSpPr txBox="1"/>
          <p:nvPr/>
        </p:nvSpPr>
        <p:spPr>
          <a:xfrm>
            <a:off x="6620255" y="2167128"/>
            <a:ext cx="4873752"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低于10 eV的可用输运约束仍不足。</a:t>
            </a:r>
          </a:p>
        </p:txBody>
      </p:sp>
      <p:sp>
        <p:nvSpPr>
          <p:cNvPr id="15" name="Rounded Rectangle 14"/>
          <p:cNvSpPr/>
          <p:nvPr/>
        </p:nvSpPr>
        <p:spPr>
          <a:xfrm>
            <a:off x="6455664" y="3099815"/>
            <a:ext cx="5202936"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55664" y="3099815"/>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0255" y="3218687"/>
            <a:ext cx="487375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测量困难</a:t>
            </a:r>
          </a:p>
        </p:txBody>
      </p:sp>
      <p:sp>
        <p:nvSpPr>
          <p:cNvPr id="18" name="TextBox 17"/>
          <p:cNvSpPr txBox="1"/>
          <p:nvPr/>
        </p:nvSpPr>
        <p:spPr>
          <a:xfrm>
            <a:off x="6620255" y="3739896"/>
            <a:ext cx="4873752"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强附着降低信噪比；降低气压又增强扩散和边界影响。</a:t>
            </a:r>
          </a:p>
        </p:txBody>
      </p:sp>
      <p:sp>
        <p:nvSpPr>
          <p:cNvPr id="19" name="Rounded Rectangle 18"/>
          <p:cNvSpPr/>
          <p:nvPr/>
        </p:nvSpPr>
        <p:spPr>
          <a:xfrm>
            <a:off x="6455664" y="4672583"/>
            <a:ext cx="5202936"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55664" y="4672583"/>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0255" y="4791455"/>
            <a:ext cx="487375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结果边界</a:t>
            </a:r>
          </a:p>
        </p:txBody>
      </p:sp>
      <p:sp>
        <p:nvSpPr>
          <p:cNvPr id="22" name="TextBox 21"/>
          <p:cNvSpPr txBox="1"/>
          <p:nvPr/>
        </p:nvSpPr>
        <p:spPr>
          <a:xfrm>
            <a:off x="6620255" y="5312664"/>
            <a:ext cx="4873752"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低浓度混合气仍有差异，不能唯一归因到某一通道。</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文献二概览：曲线电极与负流注</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14</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Simonovic et al.｜Plasma Sources Sci. Technol. 34 (2025) 125004</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[2] Simonovic et al. (2025)｜doi:10.1088/1361-6595/ae2209</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14 / 26</a:t>
            </a:r>
          </a:p>
        </p:txBody>
      </p:sp>
      <p:sp>
        <p:nvSpPr>
          <p:cNvPr id="9" name="Rounded Rectangle 8"/>
          <p:cNvSpPr/>
          <p:nvPr/>
        </p:nvSpPr>
        <p:spPr>
          <a:xfrm>
            <a:off x="621792" y="1600200"/>
            <a:ext cx="5815584" cy="1380744"/>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 y="1600200"/>
            <a:ext cx="50292" cy="1380744"/>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719072"/>
            <a:ext cx="5486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研究对象</a:t>
            </a:r>
          </a:p>
        </p:txBody>
      </p:sp>
      <p:sp>
        <p:nvSpPr>
          <p:cNvPr id="12" name="TextBox 11"/>
          <p:cNvSpPr txBox="1"/>
          <p:nvPr/>
        </p:nvSpPr>
        <p:spPr>
          <a:xfrm>
            <a:off x="786384" y="2240280"/>
            <a:ext cx="5486400" cy="65836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SF</a:t>
            </a:r>
            <a:r>
              <a:rPr sz="1439" b="0" lang="zh-CN" altLang="en-US" baseline="-24000">
                <a:solidFill>
                  <a:srgbClr val="000000"/>
                </a:solidFill>
                <a:latin typeface="SimHei"/>
                <a:ea typeface="SimHei"/>
                <a:cs typeface="SimHei"/>
              </a:rPr>
              <a:t>6</a:t>
            </a:r>
            <a:r>
              <a:rPr sz="2000" b="0" lang="zh-CN" altLang="en-US">
                <a:solidFill>
                  <a:srgbClr val="000000"/>
                </a:solidFill>
                <a:latin typeface="SimHei"/>
                <a:ea typeface="SimHei"/>
                <a:cs typeface="SimHei"/>
              </a:rPr>
              <a:t> 与 CO</a:t>
            </a:r>
            <a:r>
              <a:rPr sz="1439" b="0" lang="zh-CN" altLang="en-US" baseline="-24000">
                <a:solidFill>
                  <a:srgbClr val="000000"/>
                </a:solidFill>
                <a:latin typeface="SimHei"/>
                <a:ea typeface="SimHei"/>
                <a:cs typeface="SimHei"/>
              </a:rPr>
              <a:t>2</a:t>
            </a:r>
            <a:r>
              <a:rPr sz="2000" b="0" lang="zh-CN" altLang="en-US">
                <a:solidFill>
                  <a:srgbClr val="000000"/>
                </a:solidFill>
                <a:latin typeface="SimHei"/>
                <a:ea typeface="SimHei"/>
                <a:cs typeface="SimHei"/>
              </a:rPr>
              <a:t>-C</a:t>
            </a:r>
            <a:r>
              <a:rPr sz="1439" b="0" lang="zh-CN" altLang="en-US" baseline="-24000">
                <a:solidFill>
                  <a:srgbClr val="000000"/>
                </a:solidFill>
                <a:latin typeface="SimHei"/>
                <a:ea typeface="SimHei"/>
                <a:cs typeface="SimHei"/>
              </a:rPr>
              <a:t>4</a:t>
            </a:r>
            <a:r>
              <a:rPr sz="2000" b="0" lang="zh-CN" altLang="en-US">
                <a:solidFill>
                  <a:srgbClr val="000000"/>
                </a:solidFill>
                <a:latin typeface="SimHei"/>
                <a:ea typeface="SimHei"/>
                <a:cs typeface="SimHei"/>
              </a:rPr>
              <a:t>F</a:t>
            </a:r>
            <a:r>
              <a:rPr sz="1439" b="0" lang="zh-CN" altLang="en-US" baseline="-24000">
                <a:solidFill>
                  <a:srgbClr val="000000"/>
                </a:solidFill>
                <a:latin typeface="SimHei"/>
                <a:ea typeface="SimHei"/>
                <a:cs typeface="SimHei"/>
              </a:rPr>
              <a:t>7</a:t>
            </a:r>
            <a:r>
              <a:rPr sz="2000" b="0" lang="zh-CN" altLang="en-US">
                <a:solidFill>
                  <a:srgbClr val="000000"/>
                </a:solidFill>
                <a:latin typeface="SimHei"/>
                <a:ea typeface="SimHei"/>
                <a:cs typeface="SimHei"/>
              </a:rPr>
              <a:t>N 的针板负流注。</a:t>
            </a:r>
          </a:p>
        </p:txBody>
      </p:sp>
      <p:sp>
        <p:nvSpPr>
          <p:cNvPr id="13" name="Rounded Rectangle 12"/>
          <p:cNvSpPr/>
          <p:nvPr/>
        </p:nvSpPr>
        <p:spPr>
          <a:xfrm>
            <a:off x="621792" y="3136391"/>
            <a:ext cx="5815584" cy="1380744"/>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 y="3136391"/>
            <a:ext cx="50292" cy="1380744"/>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3255263"/>
            <a:ext cx="5486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方法贡献</a:t>
            </a:r>
          </a:p>
        </p:txBody>
      </p:sp>
      <p:sp>
        <p:nvSpPr>
          <p:cNvPr id="16" name="TextBox 15"/>
          <p:cNvSpPr txBox="1"/>
          <p:nvPr/>
        </p:nvSpPr>
        <p:spPr>
          <a:xfrm>
            <a:off x="786384" y="3776472"/>
            <a:ext cx="5486400" cy="65836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在 AMReX 中以嵌入边界描述曲线电极。</a:t>
            </a:r>
          </a:p>
        </p:txBody>
      </p:sp>
      <p:sp>
        <p:nvSpPr>
          <p:cNvPr id="17" name="Rounded Rectangle 16"/>
          <p:cNvSpPr/>
          <p:nvPr/>
        </p:nvSpPr>
        <p:spPr>
          <a:xfrm>
            <a:off x="621792" y="4672583"/>
            <a:ext cx="5815584" cy="1380744"/>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2" y="4672583"/>
            <a:ext cx="50292" cy="1380744"/>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4791455"/>
            <a:ext cx="5486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比较指标</a:t>
            </a:r>
          </a:p>
        </p:txBody>
      </p:sp>
      <p:sp>
        <p:nvSpPr>
          <p:cNvPr id="20" name="TextBox 19"/>
          <p:cNvSpPr txBox="1"/>
          <p:nvPr/>
        </p:nvSpPr>
        <p:spPr>
          <a:xfrm>
            <a:off x="786384" y="5312664"/>
            <a:ext cx="5486400" cy="65836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流注长度、头部场强、速度及电子密度分布。</a:t>
            </a:r>
          </a:p>
        </p:txBody>
      </p:sp>
      <p:sp>
        <p:nvSpPr>
          <p:cNvPr id="21" name="Rectangle 20"/>
          <p:cNvSpPr/>
          <p:nvPr/>
        </p:nvSpPr>
        <p:spPr>
          <a:xfrm>
            <a:off x="6967728" y="1609344"/>
            <a:ext cx="4526280" cy="4096512"/>
          </a:xfrm>
          <a:prstGeom prst="rect">
            <a:avLst/>
          </a:prstGeom>
          <a:solidFill>
            <a:srgbClr val="EDF4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7242048" y="2020824"/>
            <a:ext cx="4005072" cy="0"/>
          </a:xfrm>
          <a:prstGeom prst="line">
            <a:avLst/>
          </a:prstGeom>
          <a:ln w="5080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818120" y="1719072"/>
            <a:ext cx="2971800" cy="27432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700" b="1" lang="zh-CN" altLang="en-US">
                <a:solidFill>
                  <a:srgbClr val="005BC4"/>
                </a:solidFill>
                <a:latin typeface="SimHei"/>
                <a:ea typeface="SimHei"/>
                <a:cs typeface="SimHei"/>
              </a:rPr>
              <a:t>平板电极</a:t>
            </a:r>
          </a:p>
        </p:txBody>
      </p:sp>
      <p:sp>
        <p:nvSpPr>
          <p:cNvPr id="24" name="Oval 23"/>
          <p:cNvSpPr/>
          <p:nvPr/>
        </p:nvSpPr>
        <p:spPr>
          <a:xfrm>
            <a:off x="8842248" y="4389120"/>
            <a:ext cx="822960" cy="822960"/>
          </a:xfrm>
          <a:prstGeom prst="ellipse">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42248" y="4800600"/>
            <a:ext cx="822960" cy="621792"/>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9253728" y="2295144"/>
            <a:ext cx="0" cy="1856232"/>
          </a:xfrm>
          <a:prstGeom prst="line">
            <a:avLst/>
          </a:prstGeom>
          <a:ln w="17780">
            <a:solidFill>
              <a:srgbClr val="005BC4"/>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491472" y="2907792"/>
            <a:ext cx="1828800" cy="86868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00" b="0" lang="zh-CN" altLang="en-US">
                <a:solidFill>
                  <a:srgbClr val="000000"/>
                </a:solidFill>
                <a:latin typeface="SimHei"/>
                <a:ea typeface="SimHei"/>
                <a:cs typeface="SimHei"/>
              </a:rPr>
              <a:t>有效间隙</a:t>
            </a:r>
          </a:p>
          <a:p>
            <a:pPr algn="l">
              <a:lnSpc>
                <a:spcPct val="112000"/>
              </a:lnSpc>
              <a:spcBef>
                <a:spcPts val="0"/>
              </a:spcBef>
              <a:spcAft>
                <a:spcPts val="0"/>
              </a:spcAft>
              <a:buNone/>
            </a:pPr>
            <a:r>
              <a:rPr sz="1900" b="0" lang="zh-CN" altLang="en-US">
                <a:solidFill>
                  <a:srgbClr val="000000"/>
                </a:solidFill>
                <a:latin typeface="SimHei"/>
                <a:ea typeface="SimHei"/>
                <a:cs typeface="SimHei"/>
              </a:rPr>
              <a:t>12.6 mm</a:t>
            </a:r>
          </a:p>
        </p:txBody>
      </p:sp>
      <p:sp>
        <p:nvSpPr>
          <p:cNvPr id="28" name="TextBox 27"/>
          <p:cNvSpPr txBox="1"/>
          <p:nvPr/>
        </p:nvSpPr>
        <p:spPr>
          <a:xfrm>
            <a:off x="7187184" y="4626864"/>
            <a:ext cx="1508760" cy="68580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700" b="0" lang="zh-CN" altLang="en-US">
                <a:solidFill>
                  <a:srgbClr val="000000"/>
                </a:solidFill>
                <a:latin typeface="SimHei"/>
                <a:ea typeface="SimHei"/>
                <a:cs typeface="SimHei"/>
              </a:rPr>
              <a:t>针电极</a:t>
            </a:r>
          </a:p>
          <a:p>
            <a:pPr algn="l">
              <a:lnSpc>
                <a:spcPct val="112000"/>
              </a:lnSpc>
              <a:spcBef>
                <a:spcPts val="0"/>
              </a:spcBef>
              <a:spcAft>
                <a:spcPts val="0"/>
              </a:spcAft>
              <a:buNone/>
            </a:pPr>
            <a:r>
              <a:rPr sz="1700" b="0" lang="zh-CN" altLang="en-US">
                <a:solidFill>
                  <a:srgbClr val="000000"/>
                </a:solidFill>
                <a:latin typeface="SimHei"/>
                <a:ea typeface="SimHei"/>
                <a:cs typeface="SimHei"/>
              </a:rPr>
              <a:t>半径1 mm</a:t>
            </a:r>
          </a:p>
        </p:txBody>
      </p:sp>
      <p:sp>
        <p:nvSpPr>
          <p:cNvPr id="29" name="TextBox 28"/>
          <p:cNvSpPr txBox="1"/>
          <p:nvPr/>
        </p:nvSpPr>
        <p:spPr>
          <a:xfrm>
            <a:off x="7178040" y="5907024"/>
            <a:ext cx="4343400" cy="25603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200" b="0" lang="zh-CN" altLang="en-US">
                <a:solidFill>
                  <a:srgbClr val="526177"/>
                </a:solidFill>
                <a:latin typeface="SimHei"/>
                <a:ea typeface="SimHei"/>
                <a:cs typeface="SimHei"/>
              </a:rPr>
              <a:t>结构示意，非比例；电极总长3.4 mm。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流体模型：输运、反应与电场自洽耦合</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15</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电子采用漂移—扩散—反应方程；离子运动在所用时标内忽略</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[2] Simonovic et al. (2025)｜doi:10.1088/1361-6595/ae2209</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15 / 26</a:t>
            </a:r>
          </a:p>
        </p:txBody>
      </p:sp>
      <p:sp>
        <p:nvSpPr>
          <p:cNvPr id="9" name="Rounded Rectangle 8"/>
          <p:cNvSpPr/>
          <p:nvPr/>
        </p:nvSpPr>
        <p:spPr>
          <a:xfrm>
            <a:off x="603504" y="1536192"/>
            <a:ext cx="10972800" cy="1106424"/>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1664208"/>
            <a:ext cx="10515600" cy="30175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005BC4"/>
                </a:solidFill>
                <a:latin typeface="SimHei"/>
                <a:ea typeface="SimHei"/>
                <a:cs typeface="SimHei"/>
              </a:rPr>
              <a:t>电子连续性方程</a:t>
            </a:r>
          </a:p>
        </p:txBody>
      </p:sp>
      <p:sp>
        <p:nvSpPr>
          <p:cNvPr id="11" name="TextBox 10"/>
          <p:cNvSpPr txBox="1"/>
          <p:nvPr/>
        </p:nvSpPr>
        <p:spPr>
          <a:xfrm>
            <a:off x="804672" y="2112264"/>
            <a:ext cx="1042416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500" b="0" lang="zh-CN" altLang="en-US">
                <a:solidFill>
                  <a:srgbClr val="000000"/>
                </a:solidFill>
                <a:latin typeface="SimHei"/>
                <a:ea typeface="SimHei"/>
                <a:cs typeface="SimHei"/>
              </a:rPr>
              <a:t>∂n</a:t>
            </a:r>
            <a:r>
              <a:rPr sz="1800" b="0" lang="zh-CN" altLang="en-US" baseline="-24000">
                <a:solidFill>
                  <a:srgbClr val="000000"/>
                </a:solidFill>
                <a:latin typeface="SimHei"/>
                <a:ea typeface="SimHei"/>
                <a:cs typeface="SimHei"/>
              </a:rPr>
              <a:t>e</a:t>
            </a:r>
            <a:r>
              <a:rPr sz="2500" b="0" lang="zh-CN" altLang="en-US">
                <a:solidFill>
                  <a:srgbClr val="000000"/>
                </a:solidFill>
                <a:latin typeface="SimHei"/>
                <a:ea typeface="SimHei"/>
                <a:cs typeface="SimHei"/>
              </a:rPr>
              <a:t>/∂t + ∇·Γ</a:t>
            </a:r>
            <a:r>
              <a:rPr sz="1800" b="0" lang="zh-CN" altLang="en-US" baseline="-24000">
                <a:solidFill>
                  <a:srgbClr val="000000"/>
                </a:solidFill>
                <a:latin typeface="SimHei"/>
                <a:ea typeface="SimHei"/>
                <a:cs typeface="SimHei"/>
              </a:rPr>
              <a:t>e</a:t>
            </a:r>
            <a:r>
              <a:rPr sz="2500" b="0" lang="zh-CN" altLang="en-US">
                <a:solidFill>
                  <a:srgbClr val="000000"/>
                </a:solidFill>
                <a:latin typeface="SimHei"/>
                <a:ea typeface="SimHei"/>
                <a:cs typeface="SimHei"/>
              </a:rPr>
              <a:t> = (α-η) μ</a:t>
            </a:r>
            <a:r>
              <a:rPr sz="1800" b="0" lang="zh-CN" altLang="en-US" baseline="-24000">
                <a:solidFill>
                  <a:srgbClr val="000000"/>
                </a:solidFill>
                <a:latin typeface="SimHei"/>
                <a:ea typeface="SimHei"/>
                <a:cs typeface="SimHei"/>
              </a:rPr>
              <a:t>e</a:t>
            </a:r>
            <a:r>
              <a:rPr sz="2500" b="0" lang="zh-CN" altLang="en-US">
                <a:solidFill>
                  <a:srgbClr val="000000"/>
                </a:solidFill>
                <a:latin typeface="SimHei"/>
                <a:ea typeface="SimHei"/>
                <a:cs typeface="SimHei"/>
              </a:rPr>
              <a:t>|E|n</a:t>
            </a:r>
            <a:r>
              <a:rPr sz="1800" b="0" lang="zh-CN" altLang="en-US" baseline="-24000">
                <a:solidFill>
                  <a:srgbClr val="000000"/>
                </a:solidFill>
                <a:latin typeface="SimHei"/>
                <a:ea typeface="SimHei"/>
                <a:cs typeface="SimHei"/>
              </a:rPr>
              <a:t>e</a:t>
            </a:r>
            <a:r>
              <a:rPr sz="2500" b="0" lang="zh-CN" altLang="en-US">
                <a:solidFill>
                  <a:srgbClr val="000000"/>
                </a:solidFill>
                <a:latin typeface="SimHei"/>
                <a:ea typeface="SimHei"/>
                <a:cs typeface="SimHei"/>
              </a:rPr>
              <a:t> - k</a:t>
            </a:r>
            <a:r>
              <a:rPr sz="1800" b="0" lang="zh-CN" altLang="en-US" baseline="-24000">
                <a:solidFill>
                  <a:srgbClr val="000000"/>
                </a:solidFill>
                <a:latin typeface="SimHei"/>
                <a:ea typeface="SimHei"/>
                <a:cs typeface="SimHei"/>
              </a:rPr>
              <a:t>ep</a:t>
            </a:r>
            <a:r>
              <a:rPr sz="2500" b="0" lang="zh-CN" altLang="en-US">
                <a:solidFill>
                  <a:srgbClr val="000000"/>
                </a:solidFill>
                <a:latin typeface="SimHei"/>
                <a:ea typeface="SimHei"/>
                <a:cs typeface="SimHei"/>
              </a:rPr>
              <a:t>n</a:t>
            </a:r>
            <a:r>
              <a:rPr sz="1800" b="0" lang="zh-CN" altLang="en-US" baseline="-24000">
                <a:solidFill>
                  <a:srgbClr val="000000"/>
                </a:solidFill>
                <a:latin typeface="SimHei"/>
                <a:ea typeface="SimHei"/>
                <a:cs typeface="SimHei"/>
              </a:rPr>
              <a:t>e</a:t>
            </a:r>
            <a:r>
              <a:rPr sz="2500" b="0" lang="zh-CN" altLang="en-US">
                <a:solidFill>
                  <a:srgbClr val="000000"/>
                </a:solidFill>
                <a:latin typeface="SimHei"/>
                <a:ea typeface="SimHei"/>
                <a:cs typeface="SimHei"/>
              </a:rPr>
              <a:t>n</a:t>
            </a:r>
            <a:r>
              <a:rPr sz="1800" b="0" lang="zh-CN" altLang="en-US" baseline="-24000">
                <a:solidFill>
                  <a:srgbClr val="000000"/>
                </a:solidFill>
                <a:latin typeface="SimHei"/>
                <a:ea typeface="SimHei"/>
                <a:cs typeface="SimHei"/>
              </a:rPr>
              <a:t>p</a:t>
            </a:r>
            <a:r>
              <a:rPr sz="2500" b="0" lang="zh-CN" altLang="en-US">
                <a:solidFill>
                  <a:srgbClr val="000000"/>
                </a:solidFill>
                <a:latin typeface="SimHei"/>
                <a:ea typeface="SimHei"/>
                <a:cs typeface="SimHei"/>
              </a:rPr>
              <a:t> + S</a:t>
            </a:r>
            <a:r>
              <a:rPr sz="1800" b="0" lang="zh-CN" altLang="en-US" baseline="-24000">
                <a:solidFill>
                  <a:srgbClr val="000000"/>
                </a:solidFill>
                <a:latin typeface="SimHei"/>
                <a:ea typeface="SimHei"/>
                <a:cs typeface="SimHei"/>
              </a:rPr>
              <a:t>ph</a:t>
            </a:r>
          </a:p>
        </p:txBody>
      </p:sp>
      <p:sp>
        <p:nvSpPr>
          <p:cNvPr id="12" name="Rounded Rectangle 11"/>
          <p:cNvSpPr/>
          <p:nvPr/>
        </p:nvSpPr>
        <p:spPr>
          <a:xfrm>
            <a:off x="603504" y="2880360"/>
            <a:ext cx="5358384" cy="1088136"/>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026664"/>
            <a:ext cx="4928616" cy="32918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005BC4"/>
                </a:solidFill>
                <a:latin typeface="SimHei"/>
                <a:ea typeface="SimHei"/>
                <a:cs typeface="SimHei"/>
              </a:rPr>
              <a:t>电子通量：漂移 + 扩散</a:t>
            </a:r>
          </a:p>
        </p:txBody>
      </p:sp>
      <p:sp>
        <p:nvSpPr>
          <p:cNvPr id="14" name="TextBox 13"/>
          <p:cNvSpPr txBox="1"/>
          <p:nvPr/>
        </p:nvSpPr>
        <p:spPr>
          <a:xfrm>
            <a:off x="804672" y="3520440"/>
            <a:ext cx="4928616" cy="38404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0" lang="zh-CN" altLang="en-US">
                <a:solidFill>
                  <a:srgbClr val="000000"/>
                </a:solidFill>
                <a:latin typeface="SimHei"/>
                <a:ea typeface="SimHei"/>
                <a:cs typeface="SimHei"/>
              </a:rPr>
              <a:t>Γ</a:t>
            </a:r>
            <a:r>
              <a:rPr sz="1655" b="0" lang="zh-CN" altLang="en-US" baseline="-24000">
                <a:solidFill>
                  <a:srgbClr val="000000"/>
                </a:solidFill>
                <a:latin typeface="SimHei"/>
                <a:ea typeface="SimHei"/>
                <a:cs typeface="SimHei"/>
              </a:rPr>
              <a:t>e</a:t>
            </a:r>
            <a:r>
              <a:rPr sz="2300" b="0" lang="zh-CN" altLang="en-US">
                <a:solidFill>
                  <a:srgbClr val="000000"/>
                </a:solidFill>
                <a:latin typeface="SimHei"/>
                <a:ea typeface="SimHei"/>
                <a:cs typeface="SimHei"/>
              </a:rPr>
              <a:t> = -μ</a:t>
            </a:r>
            <a:r>
              <a:rPr sz="1655" b="0" lang="zh-CN" altLang="en-US" baseline="-24000">
                <a:solidFill>
                  <a:srgbClr val="000000"/>
                </a:solidFill>
                <a:latin typeface="SimHei"/>
                <a:ea typeface="SimHei"/>
                <a:cs typeface="SimHei"/>
              </a:rPr>
              <a:t>e</a:t>
            </a:r>
            <a:r>
              <a:rPr sz="2300" b="0" lang="zh-CN" altLang="en-US">
                <a:solidFill>
                  <a:srgbClr val="000000"/>
                </a:solidFill>
                <a:latin typeface="SimHei"/>
                <a:ea typeface="SimHei"/>
                <a:cs typeface="SimHei"/>
              </a:rPr>
              <a:t>n</a:t>
            </a:r>
            <a:r>
              <a:rPr sz="1655" b="0" lang="zh-CN" altLang="en-US" baseline="-24000">
                <a:solidFill>
                  <a:srgbClr val="000000"/>
                </a:solidFill>
                <a:latin typeface="SimHei"/>
                <a:ea typeface="SimHei"/>
                <a:cs typeface="SimHei"/>
              </a:rPr>
              <a:t>e</a:t>
            </a:r>
            <a:r>
              <a:rPr sz="2300" b="0" lang="zh-CN" altLang="en-US">
                <a:solidFill>
                  <a:srgbClr val="000000"/>
                </a:solidFill>
                <a:latin typeface="SimHei"/>
                <a:ea typeface="SimHei"/>
                <a:cs typeface="SimHei"/>
              </a:rPr>
              <a:t>E - D</a:t>
            </a:r>
            <a:r>
              <a:rPr sz="1655" b="0" lang="zh-CN" altLang="en-US" baseline="-24000">
                <a:solidFill>
                  <a:srgbClr val="000000"/>
                </a:solidFill>
                <a:latin typeface="SimHei"/>
                <a:ea typeface="SimHei"/>
                <a:cs typeface="SimHei"/>
              </a:rPr>
              <a:t>e</a:t>
            </a:r>
            <a:r>
              <a:rPr sz="2300" b="0" lang="zh-CN" altLang="en-US">
                <a:solidFill>
                  <a:srgbClr val="000000"/>
                </a:solidFill>
                <a:latin typeface="SimHei"/>
                <a:ea typeface="SimHei"/>
                <a:cs typeface="SimHei"/>
              </a:rPr>
              <a:t>∇n</a:t>
            </a:r>
            <a:r>
              <a:rPr sz="1655" b="0" lang="zh-CN" altLang="en-US" baseline="-24000">
                <a:solidFill>
                  <a:srgbClr val="000000"/>
                </a:solidFill>
                <a:latin typeface="SimHei"/>
                <a:ea typeface="SimHei"/>
                <a:cs typeface="SimHei"/>
              </a:rPr>
              <a:t>e</a:t>
            </a:r>
          </a:p>
        </p:txBody>
      </p:sp>
      <p:sp>
        <p:nvSpPr>
          <p:cNvPr id="15" name="Rounded Rectangle 14"/>
          <p:cNvSpPr/>
          <p:nvPr/>
        </p:nvSpPr>
        <p:spPr>
          <a:xfrm>
            <a:off x="6190488" y="2880360"/>
            <a:ext cx="5385816" cy="1088136"/>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1656" y="3026664"/>
            <a:ext cx="4956048" cy="32918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005BC4"/>
                </a:solidFill>
                <a:latin typeface="SimHei"/>
                <a:ea typeface="SimHei"/>
                <a:cs typeface="SimHei"/>
              </a:rPr>
              <a:t>空间电荷决定电势与电场</a:t>
            </a:r>
          </a:p>
        </p:txBody>
      </p:sp>
      <p:sp>
        <p:nvSpPr>
          <p:cNvPr id="17" name="TextBox 16"/>
          <p:cNvSpPr txBox="1"/>
          <p:nvPr/>
        </p:nvSpPr>
        <p:spPr>
          <a:xfrm>
            <a:off x="6391656" y="3520440"/>
            <a:ext cx="4956048" cy="38404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0" lang="zh-CN" altLang="en-US">
                <a:solidFill>
                  <a:srgbClr val="000000"/>
                </a:solidFill>
                <a:latin typeface="SimHei"/>
                <a:ea typeface="SimHei"/>
                <a:cs typeface="SimHei"/>
              </a:rPr>
              <a:t>∇</a:t>
            </a:r>
            <a:r>
              <a:rPr sz="1655" b="0" lang="zh-CN" altLang="en-US" baseline="30000">
                <a:solidFill>
                  <a:srgbClr val="000000"/>
                </a:solidFill>
                <a:latin typeface="SimHei"/>
                <a:ea typeface="SimHei"/>
                <a:cs typeface="SimHei"/>
              </a:rPr>
              <a:t>2</a:t>
            </a:r>
            <a:r>
              <a:rPr sz="2300" b="0" lang="zh-CN" altLang="en-US">
                <a:solidFill>
                  <a:srgbClr val="000000"/>
                </a:solidFill>
                <a:latin typeface="SimHei"/>
                <a:ea typeface="SimHei"/>
                <a:cs typeface="SimHei"/>
              </a:rPr>
              <a:t>φ = -ρ/ε</a:t>
            </a:r>
            <a:r>
              <a:rPr sz="1655" b="0" lang="zh-CN" altLang="en-US" baseline="-24000">
                <a:solidFill>
                  <a:srgbClr val="000000"/>
                </a:solidFill>
                <a:latin typeface="SimHei"/>
                <a:ea typeface="SimHei"/>
                <a:cs typeface="SimHei"/>
              </a:rPr>
              <a:t>0</a:t>
            </a:r>
            <a:r>
              <a:rPr sz="2300" b="0" lang="zh-CN" altLang="en-US">
                <a:solidFill>
                  <a:srgbClr val="000000"/>
                </a:solidFill>
                <a:latin typeface="SimHei"/>
                <a:ea typeface="SimHei"/>
                <a:cs typeface="SimHei"/>
              </a:rPr>
              <a:t>；E = -∇φ</a:t>
            </a:r>
          </a:p>
        </p:txBody>
      </p:sp>
      <p:sp>
        <p:nvSpPr>
          <p:cNvPr id="18" name="Rounded Rectangle 17"/>
          <p:cNvSpPr/>
          <p:nvPr/>
        </p:nvSpPr>
        <p:spPr>
          <a:xfrm>
            <a:off x="621792" y="4261104"/>
            <a:ext cx="5340096" cy="1353312"/>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1792" y="4261104"/>
            <a:ext cx="50292" cy="1353312"/>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 y="4379976"/>
            <a:ext cx="501091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局部场近似</a:t>
            </a:r>
          </a:p>
        </p:txBody>
      </p:sp>
      <p:sp>
        <p:nvSpPr>
          <p:cNvPr id="21" name="TextBox 20"/>
          <p:cNvSpPr txBox="1"/>
          <p:nvPr/>
        </p:nvSpPr>
        <p:spPr>
          <a:xfrm>
            <a:off x="786384" y="4901184"/>
            <a:ext cx="5010912" cy="63093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μ</a:t>
            </a:r>
            <a:r>
              <a:rPr sz="1512" b="0" lang="zh-CN" altLang="en-US" baseline="-24000">
                <a:solidFill>
                  <a:srgbClr val="000000"/>
                </a:solidFill>
                <a:latin typeface="SimHei"/>
                <a:ea typeface="SimHei"/>
                <a:cs typeface="SimHei"/>
              </a:rPr>
              <a:t>e</a:t>
            </a:r>
            <a:r>
              <a:rPr sz="2100" b="0" lang="zh-CN" altLang="en-US">
                <a:solidFill>
                  <a:srgbClr val="000000"/>
                </a:solidFill>
                <a:latin typeface="SimHei"/>
                <a:ea typeface="SimHei"/>
                <a:cs typeface="SimHei"/>
              </a:rPr>
              <a:t>、D</a:t>
            </a:r>
            <a:r>
              <a:rPr sz="1512" b="0" lang="zh-CN" altLang="en-US" baseline="-24000">
                <a:solidFill>
                  <a:srgbClr val="000000"/>
                </a:solidFill>
                <a:latin typeface="SimHei"/>
                <a:ea typeface="SimHei"/>
                <a:cs typeface="SimHei"/>
              </a:rPr>
              <a:t>e</a:t>
            </a:r>
            <a:r>
              <a:rPr sz="2100" b="0" lang="zh-CN" altLang="en-US">
                <a:solidFill>
                  <a:srgbClr val="000000"/>
                </a:solidFill>
                <a:latin typeface="SimHei"/>
                <a:ea typeface="SimHei"/>
                <a:cs typeface="SimHei"/>
              </a:rPr>
              <a:t>、α、η 由局部 E/N 决定。</a:t>
            </a:r>
          </a:p>
        </p:txBody>
      </p:sp>
      <p:sp>
        <p:nvSpPr>
          <p:cNvPr id="22" name="Rounded Rectangle 21"/>
          <p:cNvSpPr/>
          <p:nvPr/>
        </p:nvSpPr>
        <p:spPr>
          <a:xfrm>
            <a:off x="6190488" y="4261104"/>
            <a:ext cx="5385816" cy="1353312"/>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0488" y="4261104"/>
            <a:ext cx="50292" cy="1353312"/>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79" y="4379976"/>
            <a:ext cx="5056631"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实际工况的开关</a:t>
            </a:r>
          </a:p>
        </p:txBody>
      </p:sp>
      <p:sp>
        <p:nvSpPr>
          <p:cNvPr id="25" name="TextBox 24"/>
          <p:cNvSpPr txBox="1"/>
          <p:nvPr/>
        </p:nvSpPr>
        <p:spPr>
          <a:xfrm>
            <a:off x="6355079" y="4901184"/>
            <a:ext cx="5056631" cy="63093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负流注比较：S</a:t>
            </a:r>
            <a:r>
              <a:rPr sz="1512" b="0" lang="zh-CN" altLang="en-US" baseline="-24000">
                <a:solidFill>
                  <a:srgbClr val="000000"/>
                </a:solidFill>
                <a:latin typeface="SimHei"/>
                <a:ea typeface="SimHei"/>
                <a:cs typeface="SimHei"/>
              </a:rPr>
              <a:t>ph</a:t>
            </a:r>
            <a:r>
              <a:rPr sz="2100" b="0" lang="zh-CN" altLang="en-US">
                <a:solidFill>
                  <a:srgbClr val="000000"/>
                </a:solidFill>
                <a:latin typeface="SimHei"/>
                <a:ea typeface="SimHei"/>
                <a:cs typeface="SimHei"/>
              </a:rPr>
              <a:t>=0，忽略解附着。</a:t>
            </a:r>
          </a:p>
        </p:txBody>
      </p:sp>
      <p:sp>
        <p:nvSpPr>
          <p:cNvPr id="26" name="Rounded Rectangle 25"/>
          <p:cNvSpPr/>
          <p:nvPr/>
        </p:nvSpPr>
        <p:spPr>
          <a:xfrm>
            <a:off x="502920" y="5925312"/>
            <a:ext cx="11201400" cy="374904"/>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6016752"/>
            <a:ext cx="10835640" cy="2377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00" b="1" lang="zh-CN" altLang="en-US">
                <a:solidFill>
                  <a:srgbClr val="005BC4"/>
                </a:solidFill>
                <a:latin typeface="SimHei"/>
                <a:ea typeface="SimHei"/>
                <a:cs typeface="SimHei"/>
              </a:rPr>
              <a:t>一般模型包含复合项；本文复合仅在部分正则化算例中加入。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数值实现：嵌入边界与代码间基准</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16</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边界处理、局部稳定性与模型正确性，是不同层面的检验</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[2] Simonovic et al. (2025)｜doi:10.1088/1361-6595/ae2209</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16 / 26</a:t>
            </a:r>
          </a:p>
        </p:txBody>
      </p:sp>
      <p:pic>
        <p:nvPicPr>
          <p:cNvPr id="9" name="Picture 8" descr="b_benchmark.png"/>
          <p:cNvPicPr>
            <a:picLocks noChangeAspect="1"/>
          </p:cNvPicPr>
          <p:nvPr/>
        </p:nvPicPr>
        <p:blipFill>
          <a:blip r:embed="rId3"/>
          <a:stretch>
            <a:fillRect/>
          </a:stretch>
        </p:blipFill>
        <p:spPr>
          <a:xfrm>
            <a:off x="989633" y="1508760"/>
            <a:ext cx="4741572" cy="4370832"/>
          </a:xfrm>
          <a:prstGeom prst="rect">
            <a:avLst/>
          </a:prstGeom>
        </p:spPr>
      </p:pic>
      <p:sp>
        <p:nvSpPr>
          <p:cNvPr id="10" name="TextBox 9"/>
          <p:cNvSpPr txBox="1"/>
          <p:nvPr/>
        </p:nvSpPr>
        <p:spPr>
          <a:xfrm>
            <a:off x="685800" y="5952744"/>
            <a:ext cx="5394960" cy="30175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100" b="0" lang="zh-CN" altLang="en-US">
                <a:solidFill>
                  <a:srgbClr val="526177"/>
                </a:solidFill>
                <a:latin typeface="SimHei"/>
                <a:ea typeface="SimHei"/>
                <a:cs typeface="SimHei"/>
              </a:rPr>
              <a:t>文献[2]图1，原刊p.8；空气正流注长度比较</a:t>
            </a:r>
          </a:p>
        </p:txBody>
      </p:sp>
      <p:sp>
        <p:nvSpPr>
          <p:cNvPr id="11" name="Rounded Rectangle 10"/>
          <p:cNvSpPr/>
          <p:nvPr/>
        </p:nvSpPr>
        <p:spPr>
          <a:xfrm>
            <a:off x="6455664" y="1527048"/>
            <a:ext cx="5202936"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55664" y="1527048"/>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0255" y="1645919"/>
            <a:ext cx="487375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曲线电极</a:t>
            </a:r>
          </a:p>
        </p:txBody>
      </p:sp>
      <p:sp>
        <p:nvSpPr>
          <p:cNvPr id="14" name="TextBox 13"/>
          <p:cNvSpPr txBox="1"/>
          <p:nvPr/>
        </p:nvSpPr>
        <p:spPr>
          <a:xfrm>
            <a:off x="6620255" y="2167128"/>
            <a:ext cx="4873752"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矩形网格 + cut cells；椭圆方程需处理轴对称度量项。</a:t>
            </a:r>
          </a:p>
        </p:txBody>
      </p:sp>
      <p:sp>
        <p:nvSpPr>
          <p:cNvPr id="15" name="Rounded Rectangle 14"/>
          <p:cNvSpPr/>
          <p:nvPr/>
        </p:nvSpPr>
        <p:spPr>
          <a:xfrm>
            <a:off x="6455664" y="3099815"/>
            <a:ext cx="5202936"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55664" y="3099815"/>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0255" y="3218687"/>
            <a:ext cx="487375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基准比较</a:t>
            </a:r>
          </a:p>
        </p:txBody>
      </p:sp>
      <p:sp>
        <p:nvSpPr>
          <p:cNvPr id="18" name="TextBox 17"/>
          <p:cNvSpPr txBox="1"/>
          <p:nvPr/>
        </p:nvSpPr>
        <p:spPr>
          <a:xfrm>
            <a:off x="6620255" y="3739896"/>
            <a:ext cx="4873752"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与 Afivo-streamer 对比长度、场强、半径等指标。</a:t>
            </a:r>
          </a:p>
        </p:txBody>
      </p:sp>
      <p:sp>
        <p:nvSpPr>
          <p:cNvPr id="19" name="Rounded Rectangle 18"/>
          <p:cNvSpPr/>
          <p:nvPr/>
        </p:nvSpPr>
        <p:spPr>
          <a:xfrm>
            <a:off x="6455664" y="4672583"/>
            <a:ext cx="5202936"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55664" y="4672583"/>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0255" y="4791455"/>
            <a:ext cx="487375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近电极处理</a:t>
            </a:r>
          </a:p>
        </p:txBody>
      </p:sp>
      <p:sp>
        <p:nvSpPr>
          <p:cNvPr id="22" name="TextBox 21"/>
          <p:cNvSpPr txBox="1"/>
          <p:nvPr/>
        </p:nvSpPr>
        <p:spPr>
          <a:xfrm>
            <a:off x="6620255" y="5312664"/>
            <a:ext cx="4873752"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密度阈值转换；部分算例采用缩放复合正则化。</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比较工况：统一 SF</a:t>
            </a:r>
            <a:r>
              <a:rPr sz="2016" b="1" lang="zh-CN" altLang="en-US" baseline="-24000">
                <a:solidFill>
                  <a:srgbClr val="000000"/>
                </a:solidFill>
                <a:latin typeface="SimHei"/>
                <a:ea typeface="SimHei"/>
                <a:cs typeface="SimHei"/>
              </a:rPr>
              <a:t>6</a:t>
            </a:r>
            <a:r>
              <a:rPr sz="2800" b="1" lang="zh-CN" altLang="en-US">
                <a:solidFill>
                  <a:srgbClr val="000000"/>
                </a:solidFill>
                <a:latin typeface="SimHei"/>
                <a:ea typeface="SimHei"/>
                <a:cs typeface="SimHei"/>
              </a:rPr>
              <a:t> 临界场标尺</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17</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四种气体、三档背景场；不是各混合气各自临界场的百分比</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[2] Simonovic et al. (2025)｜doi:10.1088/1361-6595/ae2209</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17 / 26</a:t>
            </a:r>
          </a:p>
        </p:txBody>
      </p:sp>
      <p:graphicFrame>
        <p:nvGraphicFramePr>
          <p:cNvPr id="9" name="Table 8"/>
          <p:cNvGraphicFramePr>
            <a:graphicFrameLocks noGrp="1"/>
          </p:cNvGraphicFramePr>
          <p:nvPr/>
        </p:nvGraphicFramePr>
        <p:xfrm>
          <a:off x="594360" y="1554480"/>
          <a:ext cx="10972800" cy="3739896"/>
        </p:xfrm>
        <a:graphic>
          <a:graphicData uri="http://schemas.openxmlformats.org/drawingml/2006/table">
            <a:tbl>
              <a:tblPr firstRow="1" bandRow="1">
                <a:tableStyleId>{5C22544A-7EE6-4342-B048-85BDC9FD1C3A}</a:tableStyleId>
              </a:tblPr>
              <a:tblGrid>
                <a:gridCol w="1993392"/>
                <a:gridCol w="8979408"/>
              </a:tblGrid>
              <a:tr h="448056">
                <a:tc>
                  <a:txBody>
                    <a:bodyPr wrap="square" lIns="64008" rIns="64008" tIns="64008" bIns="64008" anchor="ctr"/>
                    <a:lstStyle/>
                    <a:p>
                      <a:pPr algn="l">
                        <a:lnSpc>
                          <a:spcPct val="112000"/>
                        </a:lnSpc>
                        <a:spcBef>
                          <a:spcPts val="0"/>
                        </a:spcBef>
                        <a:spcAft>
                          <a:spcPts val="0"/>
                        </a:spcAft>
                        <a:buNone/>
                      </a:pPr>
                      <a:r>
                        <a:rPr sz="2000" b="1" lang="zh-CN" altLang="en-US">
                          <a:solidFill>
                            <a:srgbClr val="FFFFFF"/>
                          </a:solidFill>
                          <a:latin typeface="SimHei"/>
                          <a:ea typeface="SimHei"/>
                          <a:cs typeface="SimHei"/>
                        </a:rPr>
                        <a:t>项目</a:t>
                      </a:r>
                    </a:p>
                  </a:txBody>
                  <a:tcPr marL="109728" marR="109728" marT="54864" marB="54864">
                    <a:solidFill>
                      <a:srgbClr val="005BC4"/>
                    </a:solidFill>
                  </a:tcPr>
                </a:tc>
                <a:tc>
                  <a:txBody>
                    <a:bodyPr wrap="square" lIns="64008" rIns="64008" tIns="64008" bIns="64008" anchor="ctr"/>
                    <a:lstStyle/>
                    <a:p>
                      <a:pPr algn="l">
                        <a:lnSpc>
                          <a:spcPct val="112000"/>
                        </a:lnSpc>
                        <a:spcBef>
                          <a:spcPts val="0"/>
                        </a:spcBef>
                        <a:spcAft>
                          <a:spcPts val="0"/>
                        </a:spcAft>
                        <a:buNone/>
                      </a:pPr>
                      <a:r>
                        <a:rPr sz="2000" b="1" lang="zh-CN" altLang="en-US">
                          <a:solidFill>
                            <a:srgbClr val="FFFFFF"/>
                          </a:solidFill>
                          <a:latin typeface="SimHei"/>
                          <a:ea typeface="SimHei"/>
                          <a:cs typeface="SimHei"/>
                        </a:rPr>
                        <a:t>文献二的强附着气体负流注比较</a:t>
                      </a:r>
                    </a:p>
                  </a:txBody>
                  <a:tcPr marL="109728" marR="109728" marT="54864" marB="54864">
                    <a:solidFill>
                      <a:srgbClr val="005BC4"/>
                    </a:solidFill>
                  </a:tcPr>
                </a:tc>
              </a:tr>
              <a:tr h="731520">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气体</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SF</a:t>
                      </a:r>
                      <a:r>
                        <a:rPr sz="1439" b="0" lang="zh-CN" altLang="en-US" baseline="-24000">
                          <a:solidFill>
                            <a:srgbClr val="000000"/>
                          </a:solidFill>
                          <a:latin typeface="SimHei"/>
                          <a:ea typeface="SimHei"/>
                          <a:cs typeface="SimHei"/>
                        </a:rPr>
                        <a:t>6</a:t>
                      </a:r>
                      <a:r>
                        <a:rPr sz="2000" b="0" lang="zh-CN" altLang="en-US">
                          <a:solidFill>
                            <a:srgbClr val="000000"/>
                          </a:solidFill>
                          <a:latin typeface="SimHei"/>
                          <a:ea typeface="SimHei"/>
                          <a:cs typeface="SimHei"/>
                        </a:rPr>
                        <a:t>；CO</a:t>
                      </a:r>
                      <a:r>
                        <a:rPr sz="1439" b="0" lang="zh-CN" altLang="en-US" baseline="-24000">
                          <a:solidFill>
                            <a:srgbClr val="000000"/>
                          </a:solidFill>
                          <a:latin typeface="SimHei"/>
                          <a:ea typeface="SimHei"/>
                          <a:cs typeface="SimHei"/>
                        </a:rPr>
                        <a:t>2</a:t>
                      </a:r>
                      <a:r>
                        <a:rPr sz="2000" b="0" lang="zh-CN" altLang="en-US">
                          <a:solidFill>
                            <a:srgbClr val="000000"/>
                          </a:solidFill>
                          <a:latin typeface="SimHei"/>
                          <a:ea typeface="SimHei"/>
                          <a:cs typeface="SimHei"/>
                        </a:rPr>
                        <a:t>/C</a:t>
                      </a:r>
                      <a:r>
                        <a:rPr sz="1439" b="0" lang="zh-CN" altLang="en-US" baseline="-24000">
                          <a:solidFill>
                            <a:srgbClr val="000000"/>
                          </a:solidFill>
                          <a:latin typeface="SimHei"/>
                          <a:ea typeface="SimHei"/>
                          <a:cs typeface="SimHei"/>
                        </a:rPr>
                        <a:t>4</a:t>
                      </a:r>
                      <a:r>
                        <a:rPr sz="2000" b="0" lang="zh-CN" altLang="en-US">
                          <a:solidFill>
                            <a:srgbClr val="000000"/>
                          </a:solidFill>
                          <a:latin typeface="SimHei"/>
                          <a:ea typeface="SimHei"/>
                          <a:cs typeface="SimHei"/>
                        </a:rPr>
                        <a:t>F</a:t>
                      </a:r>
                      <a:r>
                        <a:rPr sz="1439" b="0" lang="zh-CN" altLang="en-US" baseline="-24000">
                          <a:solidFill>
                            <a:srgbClr val="000000"/>
                          </a:solidFill>
                          <a:latin typeface="SimHei"/>
                          <a:ea typeface="SimHei"/>
                          <a:cs typeface="SimHei"/>
                        </a:rPr>
                        <a:t>7</a:t>
                      </a:r>
                      <a:r>
                        <a:rPr sz="2000" b="0" lang="zh-CN" altLang="en-US">
                          <a:solidFill>
                            <a:srgbClr val="000000"/>
                          </a:solidFill>
                          <a:latin typeface="SimHei"/>
                          <a:ea typeface="SimHei"/>
                          <a:cs typeface="SimHei"/>
                        </a:rPr>
                        <a:t>N = 90/10、85/15、80/20</a:t>
                      </a:r>
                    </a:p>
                  </a:txBody>
                  <a:tcPr marL="109728" marR="109728" marT="54864" marB="54864">
                    <a:solidFill>
                      <a:srgbClr val="EDF4FF"/>
                    </a:solidFill>
                  </a:tcPr>
                </a:tc>
              </a:tr>
              <a:tr h="630936">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背景场</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90% / 80% / 70% 的 SF</a:t>
                      </a:r>
                      <a:r>
                        <a:rPr sz="1439" b="0" lang="zh-CN" altLang="en-US" baseline="-24000">
                          <a:solidFill>
                            <a:srgbClr val="000000"/>
                          </a:solidFill>
                          <a:latin typeface="SimHei"/>
                          <a:ea typeface="SimHei"/>
                          <a:cs typeface="SimHei"/>
                        </a:rPr>
                        <a:t>6</a:t>
                      </a:r>
                      <a:r>
                        <a:rPr sz="2000" b="0" lang="zh-CN" altLang="en-US">
                          <a:solidFill>
                            <a:srgbClr val="000000"/>
                          </a:solidFill>
                          <a:latin typeface="SimHei"/>
                          <a:ea typeface="SimHei"/>
                          <a:cs typeface="SimHei"/>
                        </a:rPr>
                        <a:t> 临界场</a:t>
                      </a:r>
                    </a:p>
                  </a:txBody>
                  <a:tcPr marL="109728" marR="109728" marT="54864" marB="54864">
                    <a:solidFill>
                      <a:srgbClr val="FFFFFF"/>
                    </a:solidFill>
                  </a:tcPr>
                </a:tc>
              </a:tr>
              <a:tr h="621792">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对应 E/N</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约324.9 / 288.8 / 252.7 Td</a:t>
                      </a:r>
                    </a:p>
                  </a:txBody>
                  <a:tcPr marL="109728" marR="109728" marT="54864" marB="54864">
                    <a:solidFill>
                      <a:srgbClr val="EDF4FF"/>
                    </a:solidFill>
                  </a:tcPr>
                </a:tc>
              </a:tr>
              <a:tr h="685800">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初始条件</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n</a:t>
                      </a:r>
                      <a:r>
                        <a:rPr sz="1439" b="0" lang="zh-CN" altLang="en-US" baseline="-24000">
                          <a:solidFill>
                            <a:srgbClr val="000000"/>
                          </a:solidFill>
                          <a:latin typeface="SimHei"/>
                          <a:ea typeface="SimHei"/>
                          <a:cs typeface="SimHei"/>
                        </a:rPr>
                        <a:t>e</a:t>
                      </a:r>
                      <a:r>
                        <a:rPr sz="2000" b="0" lang="zh-CN" altLang="en-US">
                          <a:solidFill>
                            <a:srgbClr val="000000"/>
                          </a:solidFill>
                          <a:latin typeface="SimHei"/>
                          <a:ea typeface="SimHei"/>
                          <a:cs typeface="SimHei"/>
                        </a:rPr>
                        <a:t> = n</a:t>
                      </a:r>
                      <a:r>
                        <a:rPr sz="1439" b="0" lang="zh-CN" altLang="en-US" baseline="-24000">
                          <a:solidFill>
                            <a:srgbClr val="000000"/>
                          </a:solidFill>
                          <a:latin typeface="SimHei"/>
                          <a:ea typeface="SimHei"/>
                          <a:cs typeface="SimHei"/>
                        </a:rPr>
                        <a:t>p</a:t>
                      </a:r>
                      <a:r>
                        <a:rPr sz="2000" b="0" lang="zh-CN" altLang="en-US">
                          <a:solidFill>
                            <a:srgbClr val="000000"/>
                          </a:solidFill>
                          <a:latin typeface="SimHei"/>
                          <a:ea typeface="SimHei"/>
                          <a:cs typeface="SimHei"/>
                        </a:rPr>
                        <a:t> = 10</a:t>
                      </a:r>
                      <a:r>
                        <a:rPr sz="1439" b="0" lang="zh-CN" altLang="en-US" baseline="30000">
                          <a:solidFill>
                            <a:srgbClr val="000000"/>
                          </a:solidFill>
                          <a:latin typeface="SimHei"/>
                          <a:ea typeface="SimHei"/>
                          <a:cs typeface="SimHei"/>
                        </a:rPr>
                        <a:t>13</a:t>
                      </a:r>
                      <a:r>
                        <a:rPr sz="2000" b="0" lang="zh-CN" altLang="en-US">
                          <a:solidFill>
                            <a:srgbClr val="000000"/>
                          </a:solidFill>
                          <a:latin typeface="SimHei"/>
                          <a:ea typeface="SimHei"/>
                          <a:cs typeface="SimHei"/>
                        </a:rPr>
                        <a:t> m</a:t>
                      </a:r>
                      <a:r>
                        <a:rPr sz="1439" b="0" lang="zh-CN" altLang="en-US" baseline="30000">
                          <a:solidFill>
                            <a:srgbClr val="000000"/>
                          </a:solidFill>
                          <a:latin typeface="SimHei"/>
                          <a:ea typeface="SimHei"/>
                          <a:cs typeface="SimHei"/>
                        </a:rPr>
                        <a:t>-3</a:t>
                      </a:r>
                      <a:r>
                        <a:rPr sz="2000" b="0" lang="zh-CN" altLang="en-US">
                          <a:solidFill>
                            <a:srgbClr val="000000"/>
                          </a:solidFill>
                          <a:latin typeface="SimHei"/>
                          <a:ea typeface="SimHei"/>
                          <a:cs typeface="SimHei"/>
                        </a:rPr>
                        <a:t>，均匀分布</a:t>
                      </a:r>
                    </a:p>
                  </a:txBody>
                  <a:tcPr marL="109728" marR="109728" marT="54864" marB="54864">
                    <a:solidFill>
                      <a:srgbClr val="FFFFFF"/>
                    </a:solidFill>
                  </a:tcPr>
                </a:tc>
              </a:tr>
              <a:tr h="621792">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主要模型开关</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无光电离；无电子解附着</a:t>
                      </a:r>
                    </a:p>
                  </a:txBody>
                  <a:tcPr marL="109728" marR="109728" marT="54864" marB="54864">
                    <a:solidFill>
                      <a:srgbClr val="EDF4FF"/>
                    </a:solidFill>
                  </a:tcPr>
                </a:tc>
              </a:tr>
            </a:tbl>
          </a:graphicData>
        </a:graphic>
      </p:graphicFrame>
      <p:sp>
        <p:nvSpPr>
          <p:cNvPr id="10" name="Rounded Rectangle 9"/>
          <p:cNvSpPr/>
          <p:nvPr/>
        </p:nvSpPr>
        <p:spPr>
          <a:xfrm>
            <a:off x="502920" y="5870448"/>
            <a:ext cx="11201400" cy="411480"/>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961888"/>
            <a:ext cx="10835640" cy="27432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00" b="1" lang="zh-CN" altLang="en-US">
                <a:solidFill>
                  <a:srgbClr val="005BC4"/>
                </a:solidFill>
                <a:latin typeface="SimHei"/>
                <a:ea typeface="SimHei"/>
                <a:cs typeface="SimHei"/>
              </a:rPr>
              <a:t>C</a:t>
            </a:r>
            <a:r>
              <a:rPr sz="1296" b="1" lang="zh-CN" altLang="en-US" baseline="-24000">
                <a:solidFill>
                  <a:srgbClr val="005BC4"/>
                </a:solidFill>
                <a:latin typeface="SimHei"/>
                <a:ea typeface="SimHei"/>
                <a:cs typeface="SimHei"/>
              </a:rPr>
              <a:t>4</a:t>
            </a:r>
            <a:r>
              <a:rPr sz="1800" b="1" lang="zh-CN" altLang="en-US">
                <a:solidFill>
                  <a:srgbClr val="005BC4"/>
                </a:solidFill>
                <a:latin typeface="SimHei"/>
                <a:ea typeface="SimHei"/>
                <a:cs typeface="SimHei"/>
              </a:rPr>
              <a:t>F</a:t>
            </a:r>
            <a:r>
              <a:rPr sz="1296" b="1" lang="zh-CN" altLang="en-US" baseline="-24000">
                <a:solidFill>
                  <a:srgbClr val="005BC4"/>
                </a:solidFill>
                <a:latin typeface="SimHei"/>
                <a:ea typeface="SimHei"/>
                <a:cs typeface="SimHei"/>
              </a:rPr>
              <a:t>7</a:t>
            </a:r>
            <a:r>
              <a:rPr sz="1800" b="1" lang="zh-CN" altLang="en-US">
                <a:solidFill>
                  <a:srgbClr val="005BC4"/>
                </a:solidFill>
                <a:latin typeface="SimHei"/>
                <a:ea typeface="SimHei"/>
                <a:cs typeface="SimHei"/>
              </a:rPr>
              <a:t>N：XJTUAETLab / Zhang 2023；CO</a:t>
            </a:r>
            <a:r>
              <a:rPr sz="1296" b="1" lang="zh-CN" altLang="en-US" baseline="-24000">
                <a:solidFill>
                  <a:srgbClr val="005BC4"/>
                </a:solidFill>
                <a:latin typeface="SimHei"/>
                <a:ea typeface="SimHei"/>
                <a:cs typeface="SimHei"/>
              </a:rPr>
              <a:t>2</a:t>
            </a:r>
            <a:r>
              <a:rPr sz="1800" b="1" lang="zh-CN" altLang="en-US">
                <a:solidFill>
                  <a:srgbClr val="005BC4"/>
                </a:solidFill>
                <a:latin typeface="SimHei"/>
                <a:ea typeface="SimHei"/>
                <a:cs typeface="SimHei"/>
              </a:rPr>
              <a:t>：Biagi 数据库。</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结果一：90% SF</a:t>
            </a:r>
            <a:r>
              <a:rPr sz="2016" b="1" lang="zh-CN" altLang="en-US" baseline="-24000">
                <a:solidFill>
                  <a:srgbClr val="000000"/>
                </a:solidFill>
                <a:latin typeface="SimHei"/>
                <a:ea typeface="SimHei"/>
                <a:cs typeface="SimHei"/>
              </a:rPr>
              <a:t>6</a:t>
            </a:r>
            <a:r>
              <a:rPr sz="2800" b="1" lang="zh-CN" altLang="en-US">
                <a:solidFill>
                  <a:srgbClr val="000000"/>
                </a:solidFill>
                <a:latin typeface="SimHei"/>
                <a:ea typeface="SimHei"/>
                <a:cs typeface="SimHei"/>
              </a:rPr>
              <a:t> 临界背景场</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18</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E/N ≈ 324.9 Td｜20%配比的流注未跨越间隙</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[2] Simonovic et al. (2025)｜doi:10.1088/1361-6595/ae2209</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18 / 26</a:t>
            </a:r>
          </a:p>
        </p:txBody>
      </p:sp>
      <p:pic>
        <p:nvPicPr>
          <p:cNvPr id="9" name="Picture 8" descr="b_fig9a.png"/>
          <p:cNvPicPr>
            <a:picLocks noChangeAspect="1"/>
          </p:cNvPicPr>
          <p:nvPr/>
        </p:nvPicPr>
        <p:blipFill>
          <a:blip r:embed="rId3"/>
          <a:stretch>
            <a:fillRect/>
          </a:stretch>
        </p:blipFill>
        <p:spPr>
          <a:xfrm>
            <a:off x="548640" y="1592018"/>
            <a:ext cx="5879592" cy="4332330"/>
          </a:xfrm>
          <a:prstGeom prst="rect">
            <a:avLst/>
          </a:prstGeom>
        </p:spPr>
      </p:pic>
      <p:sp>
        <p:nvSpPr>
          <p:cNvPr id="10" name="TextBox 9"/>
          <p:cNvSpPr txBox="1"/>
          <p:nvPr/>
        </p:nvSpPr>
        <p:spPr>
          <a:xfrm>
            <a:off x="694944" y="6053328"/>
            <a:ext cx="5522976" cy="2194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050" b="0" lang="zh-CN" altLang="en-US">
                <a:solidFill>
                  <a:srgbClr val="526177"/>
                </a:solidFill>
                <a:latin typeface="SimHei"/>
                <a:ea typeface="SimHei"/>
                <a:cs typeface="SimHei"/>
              </a:rPr>
              <a:t>文献[2]图9(a)，原刊p.12；原文裁切</a:t>
            </a:r>
          </a:p>
        </p:txBody>
      </p:sp>
      <p:sp>
        <p:nvSpPr>
          <p:cNvPr id="11" name="Rounded Rectangle 10"/>
          <p:cNvSpPr/>
          <p:nvPr/>
        </p:nvSpPr>
        <p:spPr>
          <a:xfrm>
            <a:off x="6684264" y="1545336"/>
            <a:ext cx="4946904"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84264" y="1545336"/>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48855" y="1664207"/>
            <a:ext cx="461772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SF</a:t>
            </a:r>
            <a:r>
              <a:rPr sz="1584" b="1" lang="zh-CN" altLang="en-US" baseline="-24000">
                <a:solidFill>
                  <a:srgbClr val="005BC4"/>
                </a:solidFill>
                <a:latin typeface="SimHei"/>
                <a:ea typeface="SimHei"/>
                <a:cs typeface="SimHei"/>
              </a:rPr>
              <a:t>6</a:t>
            </a:r>
            <a:r>
              <a:rPr sz="2200" b="1" lang="zh-CN" altLang="en-US">
                <a:solidFill>
                  <a:srgbClr val="005BC4"/>
                </a:solidFill>
                <a:latin typeface="SimHei"/>
                <a:ea typeface="SimHei"/>
                <a:cs typeface="SimHei"/>
              </a:rPr>
              <a:t> / 10% / 15%</a:t>
            </a:r>
          </a:p>
        </p:txBody>
      </p:sp>
      <p:sp>
        <p:nvSpPr>
          <p:cNvPr id="14" name="TextBox 13"/>
          <p:cNvSpPr txBox="1"/>
          <p:nvPr/>
        </p:nvSpPr>
        <p:spPr>
          <a:xfrm>
            <a:off x="6848855" y="2185415"/>
            <a:ext cx="4617720"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均能跨越12.6 mm轴向有效间隙。</a:t>
            </a:r>
          </a:p>
        </p:txBody>
      </p:sp>
      <p:sp>
        <p:nvSpPr>
          <p:cNvPr id="15" name="Rounded Rectangle 14"/>
          <p:cNvSpPr/>
          <p:nvPr/>
        </p:nvSpPr>
        <p:spPr>
          <a:xfrm>
            <a:off x="6684264" y="3108960"/>
            <a:ext cx="4946904"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684264" y="3108960"/>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48855" y="3227832"/>
            <a:ext cx="461772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20% C</a:t>
            </a:r>
            <a:r>
              <a:rPr sz="1584" b="1" lang="zh-CN" altLang="en-US" baseline="-24000">
                <a:solidFill>
                  <a:srgbClr val="005BC4"/>
                </a:solidFill>
                <a:latin typeface="SimHei"/>
                <a:ea typeface="SimHei"/>
                <a:cs typeface="SimHei"/>
              </a:rPr>
              <a:t>4</a:t>
            </a:r>
            <a:r>
              <a:rPr sz="2200" b="1" lang="zh-CN" altLang="en-US">
                <a:solidFill>
                  <a:srgbClr val="005BC4"/>
                </a:solidFill>
                <a:latin typeface="SimHei"/>
                <a:ea typeface="SimHei"/>
                <a:cs typeface="SimHei"/>
              </a:rPr>
              <a:t>F</a:t>
            </a:r>
            <a:r>
              <a:rPr sz="1584" b="1" lang="zh-CN" altLang="en-US" baseline="-24000">
                <a:solidFill>
                  <a:srgbClr val="005BC4"/>
                </a:solidFill>
                <a:latin typeface="SimHei"/>
                <a:ea typeface="SimHei"/>
                <a:cs typeface="SimHei"/>
              </a:rPr>
              <a:t>7</a:t>
            </a:r>
            <a:r>
              <a:rPr sz="2200" b="1" lang="zh-CN" altLang="en-US">
                <a:solidFill>
                  <a:srgbClr val="005BC4"/>
                </a:solidFill>
                <a:latin typeface="SimHei"/>
                <a:ea typeface="SimHei"/>
                <a:cs typeface="SimHei"/>
              </a:rPr>
              <a:t>N</a:t>
            </a:r>
          </a:p>
        </p:txBody>
      </p:sp>
      <p:sp>
        <p:nvSpPr>
          <p:cNvPr id="18" name="TextBox 17"/>
          <p:cNvSpPr txBox="1"/>
          <p:nvPr/>
        </p:nvSpPr>
        <p:spPr>
          <a:xfrm>
            <a:off x="6848855" y="3749039"/>
            <a:ext cx="4617720"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重复流注头出现，最终在到达平板前熄灭。</a:t>
            </a:r>
          </a:p>
        </p:txBody>
      </p:sp>
      <p:sp>
        <p:nvSpPr>
          <p:cNvPr id="19" name="Rounded Rectangle 18"/>
          <p:cNvSpPr/>
          <p:nvPr/>
        </p:nvSpPr>
        <p:spPr>
          <a:xfrm>
            <a:off x="6684264" y="4672583"/>
            <a:ext cx="4946904"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84264" y="4672583"/>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48855" y="4791455"/>
            <a:ext cx="461772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读图重点</a:t>
            </a:r>
          </a:p>
        </p:txBody>
      </p:sp>
      <p:sp>
        <p:nvSpPr>
          <p:cNvPr id="22" name="TextBox 21"/>
          <p:cNvSpPr txBox="1"/>
          <p:nvPr/>
        </p:nvSpPr>
        <p:spPr>
          <a:xfrm>
            <a:off x="6848855" y="5312664"/>
            <a:ext cx="4617720"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长度由最大电场位置定义；青色跳变需结合二维图解释。</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结果二：80% SF</a:t>
            </a:r>
            <a:r>
              <a:rPr sz="2016" b="1" lang="zh-CN" altLang="en-US" baseline="-24000">
                <a:solidFill>
                  <a:srgbClr val="000000"/>
                </a:solidFill>
                <a:latin typeface="SimHei"/>
                <a:ea typeface="SimHei"/>
                <a:cs typeface="SimHei"/>
              </a:rPr>
              <a:t>6</a:t>
            </a:r>
            <a:r>
              <a:rPr sz="2800" b="1" lang="zh-CN" altLang="en-US">
                <a:solidFill>
                  <a:srgbClr val="000000"/>
                </a:solidFill>
                <a:latin typeface="SimHei"/>
                <a:ea typeface="SimHei"/>
                <a:cs typeface="SimHei"/>
              </a:rPr>
              <a:t> 临界背景场</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19</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E/N ≈ 288.8 Td｜SF</a:t>
            </a:r>
            <a:r>
              <a:rPr sz="1439" b="1" lang="zh-CN" altLang="en-US" baseline="-24000">
                <a:solidFill>
                  <a:srgbClr val="C00000"/>
                </a:solidFill>
                <a:latin typeface="SimHei"/>
                <a:ea typeface="SimHei"/>
                <a:cs typeface="SimHei"/>
              </a:rPr>
              <a:t>6</a:t>
            </a:r>
            <a:r>
              <a:rPr sz="2000" b="1" lang="zh-CN" altLang="en-US">
                <a:solidFill>
                  <a:srgbClr val="C00000"/>
                </a:solidFill>
                <a:latin typeface="SimHei"/>
                <a:ea typeface="SimHei"/>
                <a:cs typeface="SimHei"/>
              </a:rPr>
              <a:t>与15%配比仍跨隙，20%配比熄灭</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[2] Simonovic et al. (2025)｜doi:10.1088/1361-6595/ae2209</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19 / 26</a:t>
            </a:r>
          </a:p>
        </p:txBody>
      </p:sp>
      <p:pic>
        <p:nvPicPr>
          <p:cNvPr id="9" name="Picture 8" descr="b_fig9b.png"/>
          <p:cNvPicPr>
            <a:picLocks noChangeAspect="1"/>
          </p:cNvPicPr>
          <p:nvPr/>
        </p:nvPicPr>
        <p:blipFill>
          <a:blip r:embed="rId3"/>
          <a:stretch>
            <a:fillRect/>
          </a:stretch>
        </p:blipFill>
        <p:spPr>
          <a:xfrm>
            <a:off x="548640" y="1576545"/>
            <a:ext cx="5879592" cy="4363276"/>
          </a:xfrm>
          <a:prstGeom prst="rect">
            <a:avLst/>
          </a:prstGeom>
        </p:spPr>
      </p:pic>
      <p:sp>
        <p:nvSpPr>
          <p:cNvPr id="10" name="TextBox 9"/>
          <p:cNvSpPr txBox="1"/>
          <p:nvPr/>
        </p:nvSpPr>
        <p:spPr>
          <a:xfrm>
            <a:off x="694944" y="6053328"/>
            <a:ext cx="5522976" cy="2194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050" b="0" lang="zh-CN" altLang="en-US">
                <a:solidFill>
                  <a:srgbClr val="526177"/>
                </a:solidFill>
                <a:latin typeface="SimHei"/>
                <a:ea typeface="SimHei"/>
                <a:cs typeface="SimHei"/>
              </a:rPr>
              <a:t>文献[2]图9(b)，原刊p.12；原文裁切</a:t>
            </a:r>
          </a:p>
        </p:txBody>
      </p:sp>
      <p:sp>
        <p:nvSpPr>
          <p:cNvPr id="11" name="Rounded Rectangle 10"/>
          <p:cNvSpPr/>
          <p:nvPr/>
        </p:nvSpPr>
        <p:spPr>
          <a:xfrm>
            <a:off x="6684264" y="1545336"/>
            <a:ext cx="4946904"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84264" y="1545336"/>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48855" y="1664207"/>
            <a:ext cx="461772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跨隙结果</a:t>
            </a:r>
          </a:p>
        </p:txBody>
      </p:sp>
      <p:sp>
        <p:nvSpPr>
          <p:cNvPr id="14" name="TextBox 13"/>
          <p:cNvSpPr txBox="1"/>
          <p:nvPr/>
        </p:nvSpPr>
        <p:spPr>
          <a:xfrm>
            <a:off x="6848855" y="2185415"/>
            <a:ext cx="4617720"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SF</a:t>
            </a:r>
            <a:r>
              <a:rPr sz="1404" b="0" lang="zh-CN" altLang="en-US" baseline="-24000">
                <a:solidFill>
                  <a:srgbClr val="000000"/>
                </a:solidFill>
                <a:latin typeface="SimHei"/>
                <a:ea typeface="SimHei"/>
                <a:cs typeface="SimHei"/>
              </a:rPr>
              <a:t>6</a:t>
            </a:r>
            <a:r>
              <a:rPr sz="1950" b="0" lang="zh-CN" altLang="en-US">
                <a:solidFill>
                  <a:srgbClr val="000000"/>
                </a:solidFill>
                <a:latin typeface="SimHei"/>
                <a:ea typeface="SimHei"/>
                <a:cs typeface="SimHei"/>
              </a:rPr>
              <a:t>、10%和15%配比均到达平板。</a:t>
            </a:r>
          </a:p>
        </p:txBody>
      </p:sp>
      <p:sp>
        <p:nvSpPr>
          <p:cNvPr id="15" name="Rounded Rectangle 14"/>
          <p:cNvSpPr/>
          <p:nvPr/>
        </p:nvSpPr>
        <p:spPr>
          <a:xfrm>
            <a:off x="6684264" y="3108960"/>
            <a:ext cx="4946904"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684264" y="3108960"/>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48855" y="3227832"/>
            <a:ext cx="461772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传播动态</a:t>
            </a:r>
          </a:p>
        </p:txBody>
      </p:sp>
      <p:sp>
        <p:nvSpPr>
          <p:cNvPr id="18" name="TextBox 17"/>
          <p:cNvSpPr txBox="1"/>
          <p:nvPr/>
        </p:nvSpPr>
        <p:spPr>
          <a:xfrm>
            <a:off x="6848855" y="3749039"/>
            <a:ext cx="4617720"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SF</a:t>
            </a:r>
            <a:r>
              <a:rPr sz="1404" b="0" lang="zh-CN" altLang="en-US" baseline="-24000">
                <a:solidFill>
                  <a:srgbClr val="000000"/>
                </a:solidFill>
                <a:latin typeface="SimHei"/>
                <a:ea typeface="SimHei"/>
                <a:cs typeface="SimHei"/>
              </a:rPr>
              <a:t>6</a:t>
            </a:r>
            <a:r>
              <a:rPr sz="1950" b="0" lang="zh-CN" altLang="en-US">
                <a:solidFill>
                  <a:srgbClr val="000000"/>
                </a:solidFill>
                <a:latin typeface="SimHei"/>
                <a:ea typeface="SimHei"/>
                <a:cs typeface="SimHei"/>
              </a:rPr>
              <a:t>与15%配比多数时段速度下降，靠近平板后受场增强影响。</a:t>
            </a:r>
          </a:p>
        </p:txBody>
      </p:sp>
      <p:sp>
        <p:nvSpPr>
          <p:cNvPr id="19" name="Rounded Rectangle 18"/>
          <p:cNvSpPr/>
          <p:nvPr/>
        </p:nvSpPr>
        <p:spPr>
          <a:xfrm>
            <a:off x="6684264" y="4672583"/>
            <a:ext cx="4946904"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84264" y="4672583"/>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48855" y="4791455"/>
            <a:ext cx="461772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20%配比</a:t>
            </a:r>
          </a:p>
        </p:txBody>
      </p:sp>
      <p:sp>
        <p:nvSpPr>
          <p:cNvPr id="22" name="TextBox 21"/>
          <p:cNvSpPr txBox="1"/>
          <p:nvPr/>
        </p:nvSpPr>
        <p:spPr>
          <a:xfrm>
            <a:off x="6848855" y="5312664"/>
            <a:ext cx="4617720"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流注在跨隙前熄灭，传播抑制仍更明显。</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结果三：70% SF</a:t>
            </a:r>
            <a:r>
              <a:rPr sz="2016" b="1" lang="zh-CN" altLang="en-US" baseline="-24000">
                <a:solidFill>
                  <a:srgbClr val="000000"/>
                </a:solidFill>
                <a:latin typeface="SimHei"/>
                <a:ea typeface="SimHei"/>
                <a:cs typeface="SimHei"/>
              </a:rPr>
              <a:t>6</a:t>
            </a:r>
            <a:r>
              <a:rPr sz="2800" b="1" lang="zh-CN" altLang="en-US">
                <a:solidFill>
                  <a:srgbClr val="000000"/>
                </a:solidFill>
                <a:latin typeface="SimHei"/>
                <a:ea typeface="SimHei"/>
                <a:cs typeface="SimHei"/>
              </a:rPr>
              <a:t> 临界背景场</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20</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E/N ≈ 252.7 Td｜此时只有10%配比跨越间隙</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[2] Simonovic et al. (2025)｜doi:10.1088/1361-6595/ae2209</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20 / 26</a:t>
            </a:r>
          </a:p>
        </p:txBody>
      </p:sp>
      <p:pic>
        <p:nvPicPr>
          <p:cNvPr id="9" name="Picture 8" descr="b_fig9c.png"/>
          <p:cNvPicPr>
            <a:picLocks noChangeAspect="1"/>
          </p:cNvPicPr>
          <p:nvPr/>
        </p:nvPicPr>
        <p:blipFill>
          <a:blip r:embed="rId3"/>
          <a:stretch>
            <a:fillRect/>
          </a:stretch>
        </p:blipFill>
        <p:spPr>
          <a:xfrm>
            <a:off x="548640" y="1545600"/>
            <a:ext cx="5879592" cy="4425166"/>
          </a:xfrm>
          <a:prstGeom prst="rect">
            <a:avLst/>
          </a:prstGeom>
        </p:spPr>
      </p:pic>
      <p:sp>
        <p:nvSpPr>
          <p:cNvPr id="10" name="TextBox 9"/>
          <p:cNvSpPr txBox="1"/>
          <p:nvPr/>
        </p:nvSpPr>
        <p:spPr>
          <a:xfrm>
            <a:off x="694944" y="6053328"/>
            <a:ext cx="5522976" cy="2194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050" b="0" lang="zh-CN" altLang="en-US">
                <a:solidFill>
                  <a:srgbClr val="526177"/>
                </a:solidFill>
                <a:latin typeface="SimHei"/>
                <a:ea typeface="SimHei"/>
                <a:cs typeface="SimHei"/>
              </a:rPr>
              <a:t>文献[2]图9(c)，原刊p.12；原文裁切</a:t>
            </a:r>
          </a:p>
        </p:txBody>
      </p:sp>
      <p:sp>
        <p:nvSpPr>
          <p:cNvPr id="11" name="Rounded Rectangle 10"/>
          <p:cNvSpPr/>
          <p:nvPr/>
        </p:nvSpPr>
        <p:spPr>
          <a:xfrm>
            <a:off x="6684264" y="1545336"/>
            <a:ext cx="4946904"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84264" y="1545336"/>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48855" y="1664207"/>
            <a:ext cx="461772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10% C</a:t>
            </a:r>
            <a:r>
              <a:rPr sz="1584" b="1" lang="zh-CN" altLang="en-US" baseline="-24000">
                <a:solidFill>
                  <a:srgbClr val="005BC4"/>
                </a:solidFill>
                <a:latin typeface="SimHei"/>
                <a:ea typeface="SimHei"/>
                <a:cs typeface="SimHei"/>
              </a:rPr>
              <a:t>4</a:t>
            </a:r>
            <a:r>
              <a:rPr sz="2200" b="1" lang="zh-CN" altLang="en-US">
                <a:solidFill>
                  <a:srgbClr val="005BC4"/>
                </a:solidFill>
                <a:latin typeface="SimHei"/>
                <a:ea typeface="SimHei"/>
                <a:cs typeface="SimHei"/>
              </a:rPr>
              <a:t>F</a:t>
            </a:r>
            <a:r>
              <a:rPr sz="1584" b="1" lang="zh-CN" altLang="en-US" baseline="-24000">
                <a:solidFill>
                  <a:srgbClr val="005BC4"/>
                </a:solidFill>
                <a:latin typeface="SimHei"/>
                <a:ea typeface="SimHei"/>
                <a:cs typeface="SimHei"/>
              </a:rPr>
              <a:t>7</a:t>
            </a:r>
            <a:r>
              <a:rPr sz="2200" b="1" lang="zh-CN" altLang="en-US">
                <a:solidFill>
                  <a:srgbClr val="005BC4"/>
                </a:solidFill>
                <a:latin typeface="SimHei"/>
                <a:ea typeface="SimHei"/>
                <a:cs typeface="SimHei"/>
              </a:rPr>
              <a:t>N</a:t>
            </a:r>
          </a:p>
        </p:txBody>
      </p:sp>
      <p:sp>
        <p:nvSpPr>
          <p:cNvPr id="14" name="TextBox 13"/>
          <p:cNvSpPr txBox="1"/>
          <p:nvPr/>
        </p:nvSpPr>
        <p:spPr>
          <a:xfrm>
            <a:off x="6848855" y="2185415"/>
            <a:ext cx="4617720"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仍能跨越间隙。</a:t>
            </a:r>
          </a:p>
        </p:txBody>
      </p:sp>
      <p:sp>
        <p:nvSpPr>
          <p:cNvPr id="15" name="Rounded Rectangle 14"/>
          <p:cNvSpPr/>
          <p:nvPr/>
        </p:nvSpPr>
        <p:spPr>
          <a:xfrm>
            <a:off x="6684264" y="3108960"/>
            <a:ext cx="4946904"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684264" y="3108960"/>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48855" y="3227832"/>
            <a:ext cx="461772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SF</a:t>
            </a:r>
            <a:r>
              <a:rPr sz="1584" b="1" lang="zh-CN" altLang="en-US" baseline="-24000">
                <a:solidFill>
                  <a:srgbClr val="005BC4"/>
                </a:solidFill>
                <a:latin typeface="SimHei"/>
                <a:ea typeface="SimHei"/>
                <a:cs typeface="SimHei"/>
              </a:rPr>
              <a:t>6</a:t>
            </a:r>
            <a:r>
              <a:rPr sz="2200" b="1" lang="zh-CN" altLang="en-US">
                <a:solidFill>
                  <a:srgbClr val="005BC4"/>
                </a:solidFill>
                <a:latin typeface="SimHei"/>
                <a:ea typeface="SimHei"/>
                <a:cs typeface="SimHei"/>
              </a:rPr>
              <a:t> 与15%配比</a:t>
            </a:r>
          </a:p>
        </p:txBody>
      </p:sp>
      <p:sp>
        <p:nvSpPr>
          <p:cNvPr id="18" name="TextBox 17"/>
          <p:cNvSpPr txBox="1"/>
          <p:nvPr/>
        </p:nvSpPr>
        <p:spPr>
          <a:xfrm>
            <a:off x="6848855" y="3749039"/>
            <a:ext cx="4617720"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均熄灭；时间约6 ns、5.4 ns，行为较接近。</a:t>
            </a:r>
          </a:p>
        </p:txBody>
      </p:sp>
      <p:sp>
        <p:nvSpPr>
          <p:cNvPr id="19" name="Rounded Rectangle 18"/>
          <p:cNvSpPr/>
          <p:nvPr/>
        </p:nvSpPr>
        <p:spPr>
          <a:xfrm>
            <a:off x="6684264" y="4672583"/>
            <a:ext cx="4946904"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84264" y="4672583"/>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48855" y="4791455"/>
            <a:ext cx="461772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20% C</a:t>
            </a:r>
            <a:r>
              <a:rPr sz="1584" b="1" lang="zh-CN" altLang="en-US" baseline="-24000">
                <a:solidFill>
                  <a:srgbClr val="005BC4"/>
                </a:solidFill>
                <a:latin typeface="SimHei"/>
                <a:ea typeface="SimHei"/>
                <a:cs typeface="SimHei"/>
              </a:rPr>
              <a:t>4</a:t>
            </a:r>
            <a:r>
              <a:rPr sz="2200" b="1" lang="zh-CN" altLang="en-US">
                <a:solidFill>
                  <a:srgbClr val="005BC4"/>
                </a:solidFill>
                <a:latin typeface="SimHei"/>
                <a:ea typeface="SimHei"/>
                <a:cs typeface="SimHei"/>
              </a:rPr>
              <a:t>F</a:t>
            </a:r>
            <a:r>
              <a:rPr sz="1584" b="1" lang="zh-CN" altLang="en-US" baseline="-24000">
                <a:solidFill>
                  <a:srgbClr val="005BC4"/>
                </a:solidFill>
                <a:latin typeface="SimHei"/>
                <a:ea typeface="SimHei"/>
                <a:cs typeface="SimHei"/>
              </a:rPr>
              <a:t>7</a:t>
            </a:r>
            <a:r>
              <a:rPr sz="2200" b="1" lang="zh-CN" altLang="en-US">
                <a:solidFill>
                  <a:srgbClr val="005BC4"/>
                </a:solidFill>
                <a:latin typeface="SimHei"/>
                <a:ea typeface="SimHei"/>
                <a:cs typeface="SimHei"/>
              </a:rPr>
              <a:t>N</a:t>
            </a:r>
          </a:p>
        </p:txBody>
      </p:sp>
      <p:sp>
        <p:nvSpPr>
          <p:cNvPr id="22" name="TextBox 21"/>
          <p:cNvSpPr txBox="1"/>
          <p:nvPr/>
        </p:nvSpPr>
        <p:spPr>
          <a:xfrm>
            <a:off x="6848855" y="5312664"/>
            <a:ext cx="4617720"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约3 ns熄灭，传播距离更短。</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重复流注头：长度“跳变”不是整体回退</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21</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80% CO</a:t>
            </a:r>
            <a:r>
              <a:rPr sz="1439" b="1" lang="zh-CN" altLang="en-US" baseline="-24000">
                <a:solidFill>
                  <a:srgbClr val="C00000"/>
                </a:solidFill>
                <a:latin typeface="SimHei"/>
                <a:ea typeface="SimHei"/>
                <a:cs typeface="SimHei"/>
              </a:rPr>
              <a:t>2</a:t>
            </a:r>
            <a:r>
              <a:rPr sz="2000" b="1" lang="zh-CN" altLang="en-US">
                <a:solidFill>
                  <a:srgbClr val="C00000"/>
                </a:solidFill>
                <a:latin typeface="SimHei"/>
                <a:ea typeface="SimHei"/>
                <a:cs typeface="SimHei"/>
              </a:rPr>
              <a:t>-20% C</a:t>
            </a:r>
            <a:r>
              <a:rPr sz="1439" b="1" lang="zh-CN" altLang="en-US" baseline="-24000">
                <a:solidFill>
                  <a:srgbClr val="C00000"/>
                </a:solidFill>
                <a:latin typeface="SimHei"/>
                <a:ea typeface="SimHei"/>
                <a:cs typeface="SimHei"/>
              </a:rPr>
              <a:t>4</a:t>
            </a:r>
            <a:r>
              <a:rPr sz="2000" b="1" lang="zh-CN" altLang="en-US">
                <a:solidFill>
                  <a:srgbClr val="C00000"/>
                </a:solidFill>
                <a:latin typeface="SimHei"/>
                <a:ea typeface="SimHei"/>
                <a:cs typeface="SimHei"/>
              </a:rPr>
              <a:t>F</a:t>
            </a:r>
            <a:r>
              <a:rPr sz="1439" b="1" lang="zh-CN" altLang="en-US" baseline="-24000">
                <a:solidFill>
                  <a:srgbClr val="C00000"/>
                </a:solidFill>
                <a:latin typeface="SimHei"/>
                <a:ea typeface="SimHei"/>
                <a:cs typeface="SimHei"/>
              </a:rPr>
              <a:t>7</a:t>
            </a:r>
            <a:r>
              <a:rPr sz="2000" b="1" lang="zh-CN" altLang="en-US">
                <a:solidFill>
                  <a:srgbClr val="C00000"/>
                </a:solidFill>
                <a:latin typeface="SimHei"/>
                <a:ea typeface="SimHei"/>
                <a:cs typeface="SimHei"/>
              </a:rPr>
              <a:t>N；90% SF</a:t>
            </a:r>
            <a:r>
              <a:rPr sz="1439" b="1" lang="zh-CN" altLang="en-US" baseline="-24000">
                <a:solidFill>
                  <a:srgbClr val="C00000"/>
                </a:solidFill>
                <a:latin typeface="SimHei"/>
                <a:ea typeface="SimHei"/>
                <a:cs typeface="SimHei"/>
              </a:rPr>
              <a:t>6</a:t>
            </a:r>
            <a:r>
              <a:rPr sz="2000" b="1" lang="zh-CN" altLang="en-US">
                <a:solidFill>
                  <a:srgbClr val="C00000"/>
                </a:solidFill>
                <a:latin typeface="SimHei"/>
                <a:ea typeface="SimHei"/>
                <a:cs typeface="SimHei"/>
              </a:rPr>
              <a:t>临界背景场</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[2] Simonovic et al. (2025)｜doi:10.1088/1361-6595/ae2209</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21 / 26</a:t>
            </a:r>
          </a:p>
        </p:txBody>
      </p:sp>
      <p:sp>
        <p:nvSpPr>
          <p:cNvPr id="9" name="TextBox 8"/>
          <p:cNvSpPr txBox="1"/>
          <p:nvPr/>
        </p:nvSpPr>
        <p:spPr>
          <a:xfrm>
            <a:off x="630936" y="1399032"/>
            <a:ext cx="6766560" cy="32918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00" b="1" lang="zh-CN" altLang="en-US">
                <a:solidFill>
                  <a:srgbClr val="005BC4"/>
                </a:solidFill>
                <a:latin typeface="SimHei"/>
                <a:ea typeface="SimHei"/>
                <a:cs typeface="SimHei"/>
              </a:rPr>
              <a:t>原文图14：电场 |E|（V/m）</a:t>
            </a:r>
          </a:p>
        </p:txBody>
      </p:sp>
      <p:pic>
        <p:nvPicPr>
          <p:cNvPr id="10" name="Picture 9" descr="b_fig14.png"/>
          <p:cNvPicPr>
            <a:picLocks noChangeAspect="1"/>
          </p:cNvPicPr>
          <p:nvPr/>
        </p:nvPicPr>
        <p:blipFill>
          <a:blip r:embed="rId3"/>
          <a:stretch>
            <a:fillRect/>
          </a:stretch>
        </p:blipFill>
        <p:spPr>
          <a:xfrm>
            <a:off x="1673295" y="1856231"/>
            <a:ext cx="4480672" cy="1901952"/>
          </a:xfrm>
          <a:prstGeom prst="rect">
            <a:avLst/>
          </a:prstGeom>
        </p:spPr>
      </p:pic>
      <p:sp>
        <p:nvSpPr>
          <p:cNvPr id="11" name="TextBox 10"/>
          <p:cNvSpPr txBox="1"/>
          <p:nvPr/>
        </p:nvSpPr>
        <p:spPr>
          <a:xfrm>
            <a:off x="630936" y="3840480"/>
            <a:ext cx="6766560" cy="32918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00" b="1" lang="zh-CN" altLang="en-US">
                <a:solidFill>
                  <a:srgbClr val="005BC4"/>
                </a:solidFill>
                <a:latin typeface="SimHei"/>
                <a:ea typeface="SimHei"/>
                <a:cs typeface="SimHei"/>
              </a:rPr>
              <a:t>原文图15：电子数密度 n</a:t>
            </a:r>
            <a:r>
              <a:rPr sz="1368" b="1" lang="zh-CN" altLang="en-US" baseline="-24000">
                <a:solidFill>
                  <a:srgbClr val="005BC4"/>
                </a:solidFill>
                <a:latin typeface="SimHei"/>
                <a:ea typeface="SimHei"/>
                <a:cs typeface="SimHei"/>
              </a:rPr>
              <a:t>e</a:t>
            </a:r>
            <a:r>
              <a:rPr sz="1900" b="1" lang="zh-CN" altLang="en-US">
                <a:solidFill>
                  <a:srgbClr val="005BC4"/>
                </a:solidFill>
                <a:latin typeface="SimHei"/>
                <a:ea typeface="SimHei"/>
                <a:cs typeface="SimHei"/>
              </a:rPr>
              <a:t>（m</a:t>
            </a:r>
            <a:r>
              <a:rPr sz="1368" b="1" lang="zh-CN" altLang="en-US" baseline="30000">
                <a:solidFill>
                  <a:srgbClr val="005BC4"/>
                </a:solidFill>
                <a:latin typeface="SimHei"/>
                <a:ea typeface="SimHei"/>
                <a:cs typeface="SimHei"/>
              </a:rPr>
              <a:t>-3</a:t>
            </a:r>
            <a:r>
              <a:rPr sz="1900" b="1" lang="zh-CN" altLang="en-US">
                <a:solidFill>
                  <a:srgbClr val="005BC4"/>
                </a:solidFill>
                <a:latin typeface="SimHei"/>
                <a:ea typeface="SimHei"/>
                <a:cs typeface="SimHei"/>
              </a:rPr>
              <a:t>）</a:t>
            </a:r>
          </a:p>
        </p:txBody>
      </p:sp>
      <p:pic>
        <p:nvPicPr>
          <p:cNvPr id="12" name="Picture 11" descr="b_fig15.png"/>
          <p:cNvPicPr>
            <a:picLocks noChangeAspect="1"/>
          </p:cNvPicPr>
          <p:nvPr/>
        </p:nvPicPr>
        <p:blipFill>
          <a:blip r:embed="rId4"/>
          <a:stretch>
            <a:fillRect/>
          </a:stretch>
        </p:blipFill>
        <p:spPr>
          <a:xfrm>
            <a:off x="1659466" y="4288536"/>
            <a:ext cx="4508330" cy="1901952"/>
          </a:xfrm>
          <a:prstGeom prst="rect">
            <a:avLst/>
          </a:prstGeom>
        </p:spPr>
      </p:pic>
      <p:sp>
        <p:nvSpPr>
          <p:cNvPr id="13" name="Rounded Rectangle 12"/>
          <p:cNvSpPr/>
          <p:nvPr/>
        </p:nvSpPr>
        <p:spPr>
          <a:xfrm>
            <a:off x="7580375" y="1572768"/>
            <a:ext cx="4050791" cy="1399032"/>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80375" y="1572768"/>
            <a:ext cx="50292" cy="1399032"/>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44967" y="1691640"/>
            <a:ext cx="3721607"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物理结构</a:t>
            </a:r>
          </a:p>
        </p:txBody>
      </p:sp>
      <p:sp>
        <p:nvSpPr>
          <p:cNvPr id="16" name="TextBox 15"/>
          <p:cNvSpPr txBox="1"/>
          <p:nvPr/>
        </p:nvSpPr>
        <p:spPr>
          <a:xfrm>
            <a:off x="7744967" y="2212848"/>
            <a:ext cx="3721607" cy="6766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附着消耗通道电子，形成相对孤立的流注头。</a:t>
            </a:r>
          </a:p>
        </p:txBody>
      </p:sp>
      <p:sp>
        <p:nvSpPr>
          <p:cNvPr id="17" name="Rounded Rectangle 16"/>
          <p:cNvSpPr/>
          <p:nvPr/>
        </p:nvSpPr>
        <p:spPr>
          <a:xfrm>
            <a:off x="7580375" y="3172968"/>
            <a:ext cx="4050791" cy="1426464"/>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580375" y="3172968"/>
            <a:ext cx="50292" cy="1426464"/>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44967" y="3291840"/>
            <a:ext cx="3721607"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指标定义</a:t>
            </a:r>
          </a:p>
        </p:txBody>
      </p:sp>
      <p:sp>
        <p:nvSpPr>
          <p:cNvPr id="20" name="TextBox 19"/>
          <p:cNvSpPr txBox="1"/>
          <p:nvPr/>
        </p:nvSpPr>
        <p:spPr>
          <a:xfrm>
            <a:off x="7744967" y="3813048"/>
            <a:ext cx="3721607" cy="70408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L = z</a:t>
            </a:r>
            <a:r>
              <a:rPr sz="1404" b="0" lang="zh-CN" altLang="en-US" baseline="-24000">
                <a:solidFill>
                  <a:srgbClr val="000000"/>
                </a:solidFill>
                <a:latin typeface="SimHei"/>
                <a:ea typeface="SimHei"/>
                <a:cs typeface="SimHei"/>
              </a:rPr>
              <a:t>max</a:t>
            </a:r>
            <a:r>
              <a:rPr sz="1950" b="0" lang="zh-CN" altLang="en-US">
                <a:solidFill>
                  <a:srgbClr val="000000"/>
                </a:solidFill>
                <a:latin typeface="SimHei"/>
                <a:ea typeface="SimHei"/>
                <a:cs typeface="SimHei"/>
              </a:rPr>
              <a:t> - 3.4 mm</a:t>
            </a:r>
          </a:p>
          <a:p>
            <a:pPr algn="l">
              <a:lnSpc>
                <a:spcPct val="112000"/>
              </a:lnSpc>
              <a:spcBef>
                <a:spcPts val="0"/>
              </a:spcBef>
              <a:spcAft>
                <a:spcPts val="0"/>
              </a:spcAft>
              <a:buNone/>
            </a:pPr>
            <a:r>
              <a:rPr sz="1950" b="0" lang="zh-CN" altLang="en-US">
                <a:solidFill>
                  <a:srgbClr val="000000"/>
                </a:solidFill>
                <a:latin typeface="SimHei"/>
                <a:ea typeface="SimHei"/>
                <a:cs typeface="SimHei"/>
              </a:rPr>
              <a:t>最大场位置在新旧头部间切换。</a:t>
            </a:r>
          </a:p>
        </p:txBody>
      </p:sp>
      <p:sp>
        <p:nvSpPr>
          <p:cNvPr id="21" name="Rounded Rectangle 20"/>
          <p:cNvSpPr/>
          <p:nvPr/>
        </p:nvSpPr>
        <p:spPr>
          <a:xfrm>
            <a:off x="7580375" y="4800600"/>
            <a:ext cx="4050791" cy="1353312"/>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580375" y="4800600"/>
            <a:ext cx="50292" cy="1353312"/>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44967" y="4919472"/>
            <a:ext cx="3721607"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C00000"/>
                </a:solidFill>
                <a:latin typeface="SimHei"/>
                <a:ea typeface="SimHei"/>
                <a:cs typeface="SimHei"/>
              </a:rPr>
              <a:t>正确解释</a:t>
            </a:r>
          </a:p>
        </p:txBody>
      </p:sp>
      <p:sp>
        <p:nvSpPr>
          <p:cNvPr id="24" name="TextBox 23"/>
          <p:cNvSpPr txBox="1"/>
          <p:nvPr/>
        </p:nvSpPr>
        <p:spPr>
          <a:xfrm>
            <a:off x="7744967" y="5440680"/>
            <a:ext cx="3721607" cy="63093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长度曲线跳变，不代表前沿整体回退。</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两篇文献的联系与不能混淆的边界</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22</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微观数据构建与非均匀放电应用，尚未完成新旧数据闭环</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J. Phys. D 59 (2026) 125201；[2] Plasma Sources Sci. Technol. 34 (2025) 125004</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22 / 26</a:t>
            </a:r>
          </a:p>
        </p:txBody>
      </p:sp>
      <p:graphicFrame>
        <p:nvGraphicFramePr>
          <p:cNvPr id="9" name="Table 8"/>
          <p:cNvGraphicFramePr>
            <a:graphicFrameLocks noGrp="1"/>
          </p:cNvGraphicFramePr>
          <p:nvPr/>
        </p:nvGraphicFramePr>
        <p:xfrm>
          <a:off x="594360" y="1572768"/>
          <a:ext cx="10991088" cy="3529584"/>
        </p:xfrm>
        <a:graphic>
          <a:graphicData uri="http://schemas.openxmlformats.org/drawingml/2006/table">
            <a:tbl>
              <a:tblPr firstRow="1" bandRow="1">
                <a:tableStyleId>{5C22544A-7EE6-4342-B048-85BDC9FD1C3A}</a:tableStyleId>
              </a:tblPr>
              <a:tblGrid>
                <a:gridCol w="1627632"/>
                <a:gridCol w="4599432"/>
                <a:gridCol w="4764024"/>
              </a:tblGrid>
              <a:tr h="457200">
                <a:tc>
                  <a:txBody>
                    <a:bodyPr wrap="square" lIns="64008" rIns="64008" tIns="64008" bIns="64008" anchor="ctr"/>
                    <a:lstStyle/>
                    <a:p>
                      <a:pPr algn="l">
                        <a:lnSpc>
                          <a:spcPct val="112000"/>
                        </a:lnSpc>
                        <a:spcBef>
                          <a:spcPts val="0"/>
                        </a:spcBef>
                        <a:spcAft>
                          <a:spcPts val="0"/>
                        </a:spcAft>
                        <a:buNone/>
                      </a:pPr>
                      <a:r>
                        <a:rPr sz="1900" b="1" lang="zh-CN" altLang="en-US">
                          <a:solidFill>
                            <a:srgbClr val="FFFFFF"/>
                          </a:solidFill>
                          <a:latin typeface="SimHei"/>
                          <a:ea typeface="SimHei"/>
                          <a:cs typeface="SimHei"/>
                        </a:rPr>
                        <a:t>维度</a:t>
                      </a:r>
                    </a:p>
                  </a:txBody>
                  <a:tcPr marL="109728" marR="109728" marT="54864" marB="54864">
                    <a:solidFill>
                      <a:srgbClr val="005BC4"/>
                    </a:solidFill>
                  </a:tcPr>
                </a:tc>
                <a:tc>
                  <a:txBody>
                    <a:bodyPr wrap="square" lIns="64008" rIns="64008" tIns="64008" bIns="64008" anchor="ctr"/>
                    <a:lstStyle/>
                    <a:p>
                      <a:pPr algn="l">
                        <a:lnSpc>
                          <a:spcPct val="112000"/>
                        </a:lnSpc>
                        <a:spcBef>
                          <a:spcPts val="0"/>
                        </a:spcBef>
                        <a:spcAft>
                          <a:spcPts val="0"/>
                        </a:spcAft>
                        <a:buNone/>
                      </a:pPr>
                      <a:r>
                        <a:rPr sz="1900" b="1" lang="zh-CN" altLang="en-US">
                          <a:solidFill>
                            <a:srgbClr val="FFFFFF"/>
                          </a:solidFill>
                          <a:latin typeface="SimHei"/>
                          <a:ea typeface="SimHei"/>
                          <a:cs typeface="SimHei"/>
                        </a:rPr>
                        <a:t>文献一：2026</a:t>
                      </a:r>
                    </a:p>
                  </a:txBody>
                  <a:tcPr marL="109728" marR="109728" marT="54864" marB="54864">
                    <a:solidFill>
                      <a:srgbClr val="005BC4"/>
                    </a:solidFill>
                  </a:tcPr>
                </a:tc>
                <a:tc>
                  <a:txBody>
                    <a:bodyPr wrap="square" lIns="64008" rIns="64008" tIns="64008" bIns="64008" anchor="ctr"/>
                    <a:lstStyle/>
                    <a:p>
                      <a:pPr algn="l">
                        <a:lnSpc>
                          <a:spcPct val="112000"/>
                        </a:lnSpc>
                        <a:spcBef>
                          <a:spcPts val="0"/>
                        </a:spcBef>
                        <a:spcAft>
                          <a:spcPts val="0"/>
                        </a:spcAft>
                        <a:buNone/>
                      </a:pPr>
                      <a:r>
                        <a:rPr sz="1900" b="1" lang="zh-CN" altLang="en-US">
                          <a:solidFill>
                            <a:srgbClr val="FFFFFF"/>
                          </a:solidFill>
                          <a:latin typeface="SimHei"/>
                          <a:ea typeface="SimHei"/>
                          <a:cs typeface="SimHei"/>
                        </a:rPr>
                        <a:t>文献二：2025</a:t>
                      </a:r>
                    </a:p>
                  </a:txBody>
                  <a:tcPr marL="109728" marR="109728" marT="54864" marB="54864">
                    <a:solidFill>
                      <a:srgbClr val="005BC4"/>
                    </a:solidFill>
                  </a:tcPr>
                </a:tc>
              </a:tr>
              <a:tr h="713232">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研究对象</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C</a:t>
                      </a:r>
                      <a:r>
                        <a:rPr sz="1368" b="0" lang="zh-CN" altLang="en-US" baseline="-24000">
                          <a:solidFill>
                            <a:srgbClr val="000000"/>
                          </a:solidFill>
                          <a:latin typeface="SimHei"/>
                          <a:ea typeface="SimHei"/>
                          <a:cs typeface="SimHei"/>
                        </a:rPr>
                        <a:t>4</a:t>
                      </a:r>
                      <a:r>
                        <a:rPr sz="1900" b="0" lang="zh-CN" altLang="en-US">
                          <a:solidFill>
                            <a:srgbClr val="000000"/>
                          </a:solidFill>
                          <a:latin typeface="SimHei"/>
                          <a:ea typeface="SimHei"/>
                          <a:cs typeface="SimHei"/>
                        </a:rPr>
                        <a:t>F</a:t>
                      </a:r>
                      <a:r>
                        <a:rPr sz="1368" b="0" lang="zh-CN" altLang="en-US" baseline="-24000">
                          <a:solidFill>
                            <a:srgbClr val="000000"/>
                          </a:solidFill>
                          <a:latin typeface="SimHei"/>
                          <a:ea typeface="SimHei"/>
                          <a:cs typeface="SimHei"/>
                        </a:rPr>
                        <a:t>7</a:t>
                      </a:r>
                      <a:r>
                        <a:rPr sz="1900" b="0" lang="zh-CN" altLang="en-US">
                          <a:solidFill>
                            <a:srgbClr val="000000"/>
                          </a:solidFill>
                          <a:latin typeface="SimHei"/>
                          <a:ea typeface="SimHei"/>
                          <a:cs typeface="SimHei"/>
                        </a:rPr>
                        <a:t>N 碰撞截面 / 群参数</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SF</a:t>
                      </a:r>
                      <a:r>
                        <a:rPr sz="1368" b="0" lang="zh-CN" altLang="en-US" baseline="-24000">
                          <a:solidFill>
                            <a:srgbClr val="000000"/>
                          </a:solidFill>
                          <a:latin typeface="SimHei"/>
                          <a:ea typeface="SimHei"/>
                          <a:cs typeface="SimHei"/>
                        </a:rPr>
                        <a:t>6</a:t>
                      </a:r>
                      <a:r>
                        <a:rPr sz="1900" b="0" lang="zh-CN" altLang="en-US">
                          <a:solidFill>
                            <a:srgbClr val="000000"/>
                          </a:solidFill>
                          <a:latin typeface="SimHei"/>
                          <a:ea typeface="SimHei"/>
                          <a:cs typeface="SimHei"/>
                        </a:rPr>
                        <a:t>及混合气针板负流注</a:t>
                      </a:r>
                    </a:p>
                  </a:txBody>
                  <a:tcPr marL="109728" marR="109728" marT="54864" marB="54864">
                    <a:solidFill>
                      <a:srgbClr val="EDF4FF"/>
                    </a:solidFill>
                  </a:tcPr>
                </a:tc>
              </a:tr>
              <a:tr h="786384">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主要证据</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谱学、散射、理论和 PT 数据</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流体模型、代码间基准与参数比较</a:t>
                      </a:r>
                    </a:p>
                  </a:txBody>
                  <a:tcPr marL="109728" marR="109728" marT="54864" marB="54864">
                    <a:solidFill>
                      <a:srgbClr val="FFFFFF"/>
                    </a:solidFill>
                  </a:tcPr>
                </a:tc>
              </a:tr>
              <a:tr h="822960">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重点局限</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低能数据稀少；通道补偿</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模型开关、数值正则化与工况范围</a:t>
                      </a:r>
                    </a:p>
                  </a:txBody>
                  <a:tcPr marL="109728" marR="109728" marT="54864" marB="54864">
                    <a:solidFill>
                      <a:srgbClr val="EDF4FF"/>
                    </a:solidFill>
                  </a:tcPr>
                </a:tc>
              </a:tr>
              <a:tr h="749808">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数据关系</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构建新的截面集</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使用较早的 Zhang 2023 截面</a:t>
                      </a:r>
                    </a:p>
                  </a:txBody>
                  <a:tcPr marL="109728" marR="109728" marT="54864" marB="54864">
                    <a:solidFill>
                      <a:srgbClr val="FFFFFF"/>
                    </a:solidFill>
                  </a:tcPr>
                </a:tc>
              </a:tr>
            </a:tbl>
          </a:graphicData>
        </a:graphic>
      </p:graphicFrame>
      <p:sp>
        <p:nvSpPr>
          <p:cNvPr id="10" name="Rounded Rectangle 9"/>
          <p:cNvSpPr/>
          <p:nvPr/>
        </p:nvSpPr>
        <p:spPr>
          <a:xfrm>
            <a:off x="502920" y="5833872"/>
            <a:ext cx="11201400" cy="438912"/>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925312"/>
            <a:ext cx="10835640" cy="301751"/>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00" b="1" lang="zh-CN" altLang="en-US">
                <a:solidFill>
                  <a:srgbClr val="C00000"/>
                </a:solidFill>
                <a:latin typeface="SimHei"/>
                <a:ea typeface="SimHei"/>
                <a:cs typeface="SimHei"/>
              </a:rPr>
              <a:t>可检验的新问题：只替换截面集，是否足以改变流注传播和配比排序？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对本方向的启发：设计能区分通道的测量</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23</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研究思考｜通过多组分、多参数和绝对数据降低反演不唯一性</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J. Phys. D 59 (2026) 125201；[2] Plasma Sources Sci. Technol. 34 (2025) 125004</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23 / 26</a:t>
            </a:r>
          </a:p>
        </p:txBody>
      </p:sp>
      <p:sp>
        <p:nvSpPr>
          <p:cNvPr id="9" name="Rounded Rectangle 8"/>
          <p:cNvSpPr/>
          <p:nvPr/>
        </p:nvSpPr>
        <p:spPr>
          <a:xfrm>
            <a:off x="576072" y="1673352"/>
            <a:ext cx="3429000" cy="342900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6072" y="1673352"/>
            <a:ext cx="50292" cy="342900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1792224"/>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多稀释气与多配比</a:t>
            </a:r>
          </a:p>
        </p:txBody>
      </p:sp>
      <p:sp>
        <p:nvSpPr>
          <p:cNvPr id="12" name="TextBox 11"/>
          <p:cNvSpPr txBox="1"/>
          <p:nvPr/>
        </p:nvSpPr>
        <p:spPr>
          <a:xfrm>
            <a:off x="740664" y="2313432"/>
            <a:ext cx="3099816" cy="27066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0" lang="zh-CN" altLang="en-US">
                <a:solidFill>
                  <a:srgbClr val="000000"/>
                </a:solidFill>
                <a:latin typeface="SimHei"/>
                <a:ea typeface="SimHei"/>
                <a:cs typeface="SimHei"/>
              </a:rPr>
              <a:t>改变电子能量分布，使相同截面受到不同权重检验。</a:t>
            </a:r>
          </a:p>
        </p:txBody>
      </p:sp>
      <p:sp>
        <p:nvSpPr>
          <p:cNvPr id="13" name="Rounded Rectangle 12"/>
          <p:cNvSpPr/>
          <p:nvPr/>
        </p:nvSpPr>
        <p:spPr>
          <a:xfrm>
            <a:off x="4398264" y="1673352"/>
            <a:ext cx="3429000" cy="342900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8264" y="1673352"/>
            <a:ext cx="50292" cy="342900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5" y="1792224"/>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联合输运与反应量</a:t>
            </a:r>
          </a:p>
        </p:txBody>
      </p:sp>
      <p:sp>
        <p:nvSpPr>
          <p:cNvPr id="16" name="TextBox 15"/>
          <p:cNvSpPr txBox="1"/>
          <p:nvPr/>
        </p:nvSpPr>
        <p:spPr>
          <a:xfrm>
            <a:off x="4562855" y="2313432"/>
            <a:ext cx="3099816" cy="27066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0" lang="zh-CN" altLang="en-US">
                <a:solidFill>
                  <a:srgbClr val="000000"/>
                </a:solidFill>
                <a:latin typeface="SimHei"/>
                <a:ea typeface="SimHei"/>
                <a:cs typeface="SimHei"/>
              </a:rPr>
              <a:t>同时约束漂移、扩散、净反应及可测的附着量。</a:t>
            </a:r>
          </a:p>
        </p:txBody>
      </p:sp>
      <p:sp>
        <p:nvSpPr>
          <p:cNvPr id="17" name="Rounded Rectangle 16"/>
          <p:cNvSpPr/>
          <p:nvPr/>
        </p:nvSpPr>
        <p:spPr>
          <a:xfrm>
            <a:off x="8220456" y="1673352"/>
            <a:ext cx="3429000" cy="342900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0456" y="1673352"/>
            <a:ext cx="50292" cy="342900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85048" y="1792224"/>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绝对散射 / 总离子信号</a:t>
            </a:r>
          </a:p>
        </p:txBody>
      </p:sp>
      <p:sp>
        <p:nvSpPr>
          <p:cNvPr id="20" name="TextBox 19"/>
          <p:cNvSpPr txBox="1"/>
          <p:nvPr/>
        </p:nvSpPr>
        <p:spPr>
          <a:xfrm>
            <a:off x="8385048" y="2313432"/>
            <a:ext cx="3099816" cy="27066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0" lang="zh-CN" altLang="en-US">
                <a:solidFill>
                  <a:srgbClr val="000000"/>
                </a:solidFill>
                <a:latin typeface="SimHei"/>
                <a:ea typeface="SimHei"/>
                <a:cs typeface="SimHei"/>
              </a:rPr>
              <a:t>优先补充低能及共振区的独立幅值与形状信息。</a:t>
            </a:r>
          </a:p>
        </p:txBody>
      </p:sp>
      <p:sp>
        <p:nvSpPr>
          <p:cNvPr id="21" name="Rounded Rectangle 20"/>
          <p:cNvSpPr/>
          <p:nvPr/>
        </p:nvSpPr>
        <p:spPr>
          <a:xfrm>
            <a:off x="502920" y="5650992"/>
            <a:ext cx="11201400" cy="594360"/>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742431"/>
            <a:ext cx="10835640" cy="45720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00" b="1" lang="zh-CN" altLang="en-US">
                <a:solidFill>
                  <a:srgbClr val="005BC4"/>
                </a:solidFill>
                <a:latin typeface="SimHei"/>
                <a:ea typeface="SimHei"/>
                <a:cs typeface="SimHei"/>
              </a:rPr>
              <a:t>测量方案需同步权衡强附着、信噪比、测量带宽、扩散与电极边界。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后续研究：建立可重复的数据替换闭环</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24</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研究建议（尚未执行新仿真）｜保持其余条件一致，只比较输入数据</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J. Phys. D 59 (2026) 125201；[2] Plasma Sources Sci. Technol. 34 (2025) 125004</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24 / 26</a:t>
            </a:r>
          </a:p>
        </p:txBody>
      </p:sp>
      <p:sp>
        <p:nvSpPr>
          <p:cNvPr id="9" name="Rounded Rectangle 8"/>
          <p:cNvSpPr/>
          <p:nvPr/>
        </p:nvSpPr>
        <p:spPr>
          <a:xfrm>
            <a:off x="612648" y="1581912"/>
            <a:ext cx="5477256" cy="169164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1581912"/>
            <a:ext cx="50292" cy="169164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700784"/>
            <a:ext cx="514807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01  截面审计</a:t>
            </a:r>
          </a:p>
        </p:txBody>
      </p:sp>
      <p:sp>
        <p:nvSpPr>
          <p:cNvPr id="12" name="TextBox 11"/>
          <p:cNvSpPr txBox="1"/>
          <p:nvPr/>
        </p:nvSpPr>
        <p:spPr>
          <a:xfrm>
            <a:off x="777240" y="2221991"/>
            <a:ext cx="5148072" cy="96926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核对通道、阈值、单位、能量网格及超弹性过程。</a:t>
            </a:r>
          </a:p>
        </p:txBody>
      </p:sp>
      <p:sp>
        <p:nvSpPr>
          <p:cNvPr id="13" name="Rounded Rectangle 12"/>
          <p:cNvSpPr/>
          <p:nvPr/>
        </p:nvSpPr>
        <p:spPr>
          <a:xfrm>
            <a:off x="6364224" y="1581912"/>
            <a:ext cx="5477256" cy="169164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64224" y="1581912"/>
            <a:ext cx="50292" cy="169164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0784"/>
            <a:ext cx="514807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02  群参数对比</a:t>
            </a:r>
          </a:p>
        </p:txBody>
      </p:sp>
      <p:sp>
        <p:nvSpPr>
          <p:cNvPr id="16" name="TextBox 15"/>
          <p:cNvSpPr txBox="1"/>
          <p:nvPr/>
        </p:nvSpPr>
        <p:spPr>
          <a:xfrm>
            <a:off x="6528816" y="2221991"/>
            <a:ext cx="5148072" cy="96926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固定求解条件；比较 W、D、净反应和临界约化场。</a:t>
            </a:r>
          </a:p>
        </p:txBody>
      </p:sp>
      <p:sp>
        <p:nvSpPr>
          <p:cNvPr id="17" name="Rounded Rectangle 16"/>
          <p:cNvSpPr/>
          <p:nvPr/>
        </p:nvSpPr>
        <p:spPr>
          <a:xfrm>
            <a:off x="612648" y="3529584"/>
            <a:ext cx="5477256" cy="169164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3529584"/>
            <a:ext cx="50292" cy="169164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648456"/>
            <a:ext cx="514807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03  流注替换</a:t>
            </a:r>
          </a:p>
        </p:txBody>
      </p:sp>
      <p:sp>
        <p:nvSpPr>
          <p:cNvPr id="20" name="TextBox 19"/>
          <p:cNvSpPr txBox="1"/>
          <p:nvPr/>
        </p:nvSpPr>
        <p:spPr>
          <a:xfrm>
            <a:off x="777240" y="4169663"/>
            <a:ext cx="5148072" cy="96926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固定几何、初始电离和数值设置；比较传播与熄灭。</a:t>
            </a:r>
          </a:p>
        </p:txBody>
      </p:sp>
      <p:sp>
        <p:nvSpPr>
          <p:cNvPr id="21" name="Rounded Rectangle 20"/>
          <p:cNvSpPr/>
          <p:nvPr/>
        </p:nvSpPr>
        <p:spPr>
          <a:xfrm>
            <a:off x="6364224" y="3529584"/>
            <a:ext cx="5477256" cy="169164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64224" y="3529584"/>
            <a:ext cx="50292" cy="169164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28816" y="3648456"/>
            <a:ext cx="514807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04  敏感性检查</a:t>
            </a:r>
          </a:p>
        </p:txBody>
      </p:sp>
      <p:sp>
        <p:nvSpPr>
          <p:cNvPr id="24" name="TextBox 23"/>
          <p:cNvSpPr txBox="1"/>
          <p:nvPr/>
        </p:nvSpPr>
        <p:spPr>
          <a:xfrm>
            <a:off x="6528816" y="4169663"/>
            <a:ext cx="5148072" cy="96926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逐类扰动通道，判断不确定性是否改变配比排序。</a:t>
            </a:r>
          </a:p>
        </p:txBody>
      </p:sp>
      <p:sp>
        <p:nvSpPr>
          <p:cNvPr id="25" name="Rounded Rectangle 24"/>
          <p:cNvSpPr/>
          <p:nvPr/>
        </p:nvSpPr>
        <p:spPr>
          <a:xfrm>
            <a:off x="502920" y="5843016"/>
            <a:ext cx="11201400" cy="438912"/>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934455"/>
            <a:ext cx="10835640" cy="301751"/>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00" b="1" lang="zh-CN" altLang="en-US">
                <a:solidFill>
                  <a:srgbClr val="C00000"/>
                </a:solidFill>
                <a:latin typeface="SimHei"/>
                <a:ea typeface="SimHei"/>
                <a:cs typeface="SimHei"/>
              </a:rPr>
              <a:t>先校准体/通量参数定义与扩散方向，再讨论模型预测差异。</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总结：从“拟合得到”走向“可信可用”</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25</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三点结论与两个值得继续讨论的问题</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J. Phys. D 59 (2026) 125201；[2] Plasma Sources Sci. Technol. 34 (2025) 125004</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25 / 26</a:t>
            </a:r>
          </a:p>
        </p:txBody>
      </p:sp>
      <p:sp>
        <p:nvSpPr>
          <p:cNvPr id="9" name="Rounded Rectangle 8"/>
          <p:cNvSpPr/>
          <p:nvPr/>
        </p:nvSpPr>
        <p:spPr>
          <a:xfrm>
            <a:off x="576072" y="1645920"/>
            <a:ext cx="3429000" cy="315468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6072" y="1645920"/>
            <a:ext cx="50292" cy="315468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1764792"/>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截面层面</a:t>
            </a:r>
          </a:p>
        </p:txBody>
      </p:sp>
      <p:sp>
        <p:nvSpPr>
          <p:cNvPr id="12" name="TextBox 11"/>
          <p:cNvSpPr txBox="1"/>
          <p:nvPr/>
        </p:nvSpPr>
        <p:spPr>
          <a:xfrm>
            <a:off x="740664" y="2286000"/>
            <a:ext cx="3099816" cy="243230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多源物理约束提高合理性；低能绝对数据和通道唯一性仍需补充。</a:t>
            </a:r>
          </a:p>
        </p:txBody>
      </p:sp>
      <p:sp>
        <p:nvSpPr>
          <p:cNvPr id="13" name="Rounded Rectangle 12"/>
          <p:cNvSpPr/>
          <p:nvPr/>
        </p:nvSpPr>
        <p:spPr>
          <a:xfrm>
            <a:off x="4398264" y="1645920"/>
            <a:ext cx="3429000" cy="315468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8264" y="1645920"/>
            <a:ext cx="50292" cy="315468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5" y="1764792"/>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放电层面</a:t>
            </a:r>
          </a:p>
        </p:txBody>
      </p:sp>
      <p:sp>
        <p:nvSpPr>
          <p:cNvPr id="16" name="TextBox 15"/>
          <p:cNvSpPr txBox="1"/>
          <p:nvPr/>
        </p:nvSpPr>
        <p:spPr>
          <a:xfrm>
            <a:off x="4562855" y="2286000"/>
            <a:ext cx="3099816" cy="243230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所选工况下15%配比接近SF</a:t>
            </a:r>
            <a:r>
              <a:rPr sz="1512" b="0" lang="zh-CN" altLang="en-US" baseline="-24000">
                <a:solidFill>
                  <a:srgbClr val="000000"/>
                </a:solidFill>
                <a:latin typeface="SimHei"/>
                <a:ea typeface="SimHei"/>
                <a:cs typeface="SimHei"/>
              </a:rPr>
              <a:t>6</a:t>
            </a:r>
            <a:r>
              <a:rPr sz="2100" b="0" lang="zh-CN" altLang="en-US">
                <a:solidFill>
                  <a:srgbClr val="000000"/>
                </a:solidFill>
                <a:latin typeface="SimHei"/>
                <a:ea typeface="SimHei"/>
                <a:cs typeface="SimHei"/>
              </a:rPr>
              <a:t>，20%配比更能抑制负流注跨隙。</a:t>
            </a:r>
          </a:p>
        </p:txBody>
      </p:sp>
      <p:sp>
        <p:nvSpPr>
          <p:cNvPr id="17" name="Rounded Rectangle 16"/>
          <p:cNvSpPr/>
          <p:nvPr/>
        </p:nvSpPr>
        <p:spPr>
          <a:xfrm>
            <a:off x="8220456" y="1645920"/>
            <a:ext cx="3429000" cy="315468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0456" y="1645920"/>
            <a:ext cx="50292" cy="315468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85048" y="1764792"/>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研究路径</a:t>
            </a:r>
          </a:p>
        </p:txBody>
      </p:sp>
      <p:sp>
        <p:nvSpPr>
          <p:cNvPr id="20" name="TextBox 19"/>
          <p:cNvSpPr txBox="1"/>
          <p:nvPr/>
        </p:nvSpPr>
        <p:spPr>
          <a:xfrm>
            <a:off x="8385048" y="2286000"/>
            <a:ext cx="3099816" cy="243230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统一定义 → 新旧数据替换 → 敏感性分析 → 独立实验检验。</a:t>
            </a:r>
          </a:p>
        </p:txBody>
      </p:sp>
      <p:sp>
        <p:nvSpPr>
          <p:cNvPr id="21" name="Rounded Rectangle 20"/>
          <p:cNvSpPr/>
          <p:nvPr/>
        </p:nvSpPr>
        <p:spPr>
          <a:xfrm>
            <a:off x="621792" y="5138928"/>
            <a:ext cx="10954512" cy="1115568"/>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2104" y="5285232"/>
            <a:ext cx="10497312" cy="32004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1" lang="zh-CN" altLang="en-US">
                <a:solidFill>
                  <a:srgbClr val="005BC4"/>
                </a:solidFill>
                <a:latin typeface="SimHei"/>
                <a:ea typeface="SimHei"/>
                <a:cs typeface="SimHei"/>
              </a:rPr>
              <a:t>讨论</a:t>
            </a:r>
          </a:p>
        </p:txBody>
      </p:sp>
      <p:sp>
        <p:nvSpPr>
          <p:cNvPr id="23" name="TextBox 22"/>
          <p:cNvSpPr txBox="1"/>
          <p:nvPr/>
        </p:nvSpPr>
        <p:spPr>
          <a:xfrm>
            <a:off x="832104" y="5733288"/>
            <a:ext cx="1049731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00" b="0" lang="zh-CN" altLang="en-US">
                <a:solidFill>
                  <a:srgbClr val="000000"/>
                </a:solidFill>
                <a:latin typeface="SimHei"/>
                <a:ea typeface="SimHei"/>
                <a:cs typeface="SimHei"/>
              </a:rPr>
              <a:t>哪些测量最能区分低能通道？截面不确定性是否足以改变目标配比的评价？</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0" y="0"/>
            <a:ext cx="121615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100584"/>
            <a:ext cx="1042416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800" b="1" lang="zh-CN" altLang="en-US">
                <a:solidFill>
                  <a:srgbClr val="000000"/>
                </a:solidFill>
                <a:latin typeface="SimHei"/>
                <a:ea typeface="SimHei"/>
                <a:cs typeface="SimHei"/>
              </a:rPr>
              <a:t>参考文献与图表来源</a:t>
            </a:r>
          </a:p>
        </p:txBody>
      </p:sp>
      <p:sp>
        <p:nvSpPr>
          <p:cNvPr id="4" name="TextBox 3"/>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26</a:t>
            </a:r>
          </a:p>
        </p:txBody>
      </p:sp>
      <p:sp>
        <p:nvSpPr>
          <p:cNvPr id="5" name="TextBox 4"/>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感谢各位老师、同学；请批评指正</a:t>
            </a:r>
          </a:p>
        </p:txBody>
      </p:sp>
      <p:cxnSp>
        <p:nvCxnSpPr>
          <p:cNvPr id="6" name="Connector 5"/>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J. Phys. D 59 (2026) 125201；[2] Plasma Sources Sci. Technol. 34 (2025) 125004</a:t>
            </a:r>
          </a:p>
        </p:txBody>
      </p:sp>
      <p:sp>
        <p:nvSpPr>
          <p:cNvPr id="8" name="TextBox 7"/>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26 / 26</a:t>
            </a:r>
          </a:p>
        </p:txBody>
      </p:sp>
      <p:sp>
        <p:nvSpPr>
          <p:cNvPr id="9" name="TextBox 8"/>
          <p:cNvSpPr txBox="1"/>
          <p:nvPr/>
        </p:nvSpPr>
        <p:spPr>
          <a:xfrm>
            <a:off x="658368" y="1581912"/>
            <a:ext cx="10853928" cy="35661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1" lang="zh-CN" altLang="en-US">
                <a:solidFill>
                  <a:srgbClr val="005BC4"/>
                </a:solidFill>
                <a:latin typeface="SimHei"/>
                <a:ea typeface="SimHei"/>
                <a:cs typeface="SimHei"/>
              </a:rPr>
              <a:t>[1] 电子碰撞截面</a:t>
            </a:r>
          </a:p>
        </p:txBody>
      </p:sp>
      <p:sp>
        <p:nvSpPr>
          <p:cNvPr id="10" name="TextBox 9"/>
          <p:cNvSpPr txBox="1"/>
          <p:nvPr/>
        </p:nvSpPr>
        <p:spPr>
          <a:xfrm>
            <a:off x="658368" y="2103120"/>
            <a:ext cx="10853928" cy="11521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00" b="0" lang="zh-CN" altLang="en-US">
                <a:solidFill>
                  <a:srgbClr val="000000"/>
                </a:solidFill>
                <a:latin typeface="SimHei"/>
                <a:ea typeface="SimHei"/>
                <a:cs typeface="SimHei"/>
              </a:rPr>
              <a:t>Metting van Rijn M, Franck C M.</a:t>
            </a:r>
          </a:p>
          <a:p>
            <a:pPr algn="l">
              <a:lnSpc>
                <a:spcPct val="112000"/>
              </a:lnSpc>
              <a:spcBef>
                <a:spcPts val="0"/>
              </a:spcBef>
              <a:spcAft>
                <a:spcPts val="0"/>
              </a:spcAft>
              <a:buNone/>
            </a:pPr>
            <a:r>
              <a:rPr sz="1800" b="0" lang="zh-CN" altLang="en-US">
                <a:solidFill>
                  <a:srgbClr val="000000"/>
                </a:solidFill>
                <a:latin typeface="SimHei"/>
                <a:ea typeface="SimHei"/>
                <a:cs typeface="SimHei"/>
              </a:rPr>
              <a:t>Electron scattering cross sections of the fluoronitrile C</a:t>
            </a:r>
            <a:r>
              <a:rPr sz="1296" b="0" lang="zh-CN" altLang="en-US" baseline="-24000">
                <a:solidFill>
                  <a:srgbClr val="000000"/>
                </a:solidFill>
                <a:latin typeface="SimHei"/>
                <a:ea typeface="SimHei"/>
                <a:cs typeface="SimHei"/>
              </a:rPr>
              <a:t>4</a:t>
            </a:r>
            <a:r>
              <a:rPr sz="1800" b="0" lang="zh-CN" altLang="en-US">
                <a:solidFill>
                  <a:srgbClr val="000000"/>
                </a:solidFill>
                <a:latin typeface="SimHei"/>
                <a:ea typeface="SimHei"/>
                <a:cs typeface="SimHei"/>
              </a:rPr>
              <a:t>F</a:t>
            </a:r>
            <a:r>
              <a:rPr sz="1296" b="0" lang="zh-CN" altLang="en-US" baseline="-24000">
                <a:solidFill>
                  <a:srgbClr val="000000"/>
                </a:solidFill>
                <a:latin typeface="SimHei"/>
                <a:ea typeface="SimHei"/>
                <a:cs typeface="SimHei"/>
              </a:rPr>
              <a:t>7</a:t>
            </a:r>
            <a:r>
              <a:rPr sz="1800" b="0" lang="zh-CN" altLang="en-US">
                <a:solidFill>
                  <a:srgbClr val="000000"/>
                </a:solidFill>
                <a:latin typeface="SimHei"/>
                <a:ea typeface="SimHei"/>
                <a:cs typeface="SimHei"/>
              </a:rPr>
              <a:t>N.</a:t>
            </a:r>
          </a:p>
          <a:p>
            <a:pPr algn="l">
              <a:lnSpc>
                <a:spcPct val="112000"/>
              </a:lnSpc>
              <a:spcBef>
                <a:spcPts val="0"/>
              </a:spcBef>
              <a:spcAft>
                <a:spcPts val="0"/>
              </a:spcAft>
              <a:buNone/>
            </a:pPr>
            <a:r>
              <a:rPr sz="1800" b="0" lang="zh-CN" altLang="en-US">
                <a:solidFill>
                  <a:srgbClr val="000000"/>
                </a:solidFill>
                <a:latin typeface="SimHei"/>
                <a:ea typeface="SimHei"/>
                <a:cs typeface="SimHei"/>
              </a:rPr>
              <a:t>J. Phys. D: Appl. Phys. 59 (2026) 125201.</a:t>
            </a:r>
          </a:p>
          <a:p>
            <a:pPr algn="l">
              <a:lnSpc>
                <a:spcPct val="112000"/>
              </a:lnSpc>
              <a:spcBef>
                <a:spcPts val="0"/>
              </a:spcBef>
              <a:spcAft>
                <a:spcPts val="0"/>
              </a:spcAft>
              <a:buNone/>
            </a:pPr>
            <a:r>
              <a:rPr sz="1800" b="0" lang="zh-CN" altLang="en-US">
                <a:solidFill>
                  <a:srgbClr val="000000"/>
                </a:solidFill>
                <a:latin typeface="SimHei"/>
                <a:ea typeface="SimHei"/>
                <a:cs typeface="SimHei"/>
              </a:rPr>
              <a:t>DOI: 10.1088/1361-6463/ae4fd8</a:t>
            </a:r>
          </a:p>
        </p:txBody>
      </p:sp>
      <p:sp>
        <p:nvSpPr>
          <p:cNvPr id="11" name="TextBox 10"/>
          <p:cNvSpPr txBox="1"/>
          <p:nvPr/>
        </p:nvSpPr>
        <p:spPr>
          <a:xfrm>
            <a:off x="658368" y="3593592"/>
            <a:ext cx="10853928" cy="35661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1" lang="zh-CN" altLang="en-US">
                <a:solidFill>
                  <a:srgbClr val="005BC4"/>
                </a:solidFill>
                <a:latin typeface="SimHei"/>
                <a:ea typeface="SimHei"/>
                <a:cs typeface="SimHei"/>
              </a:rPr>
              <a:t>[2] 针板负流注</a:t>
            </a:r>
          </a:p>
        </p:txBody>
      </p:sp>
      <p:sp>
        <p:nvSpPr>
          <p:cNvPr id="12" name="TextBox 11"/>
          <p:cNvSpPr txBox="1"/>
          <p:nvPr/>
        </p:nvSpPr>
        <p:spPr>
          <a:xfrm>
            <a:off x="658368" y="4114800"/>
            <a:ext cx="10853928" cy="137160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750" b="0" lang="zh-CN" altLang="en-US">
                <a:solidFill>
                  <a:srgbClr val="000000"/>
                </a:solidFill>
                <a:latin typeface="SimHei"/>
                <a:ea typeface="SimHei"/>
                <a:cs typeface="SimHei"/>
              </a:rPr>
              <a:t>Simonovic I, Bosnjakovic D, Dujko S.</a:t>
            </a:r>
          </a:p>
          <a:p>
            <a:pPr algn="l">
              <a:lnSpc>
                <a:spcPct val="112000"/>
              </a:lnSpc>
              <a:spcBef>
                <a:spcPts val="0"/>
              </a:spcBef>
              <a:spcAft>
                <a:spcPts val="0"/>
              </a:spcAft>
              <a:buNone/>
            </a:pPr>
            <a:r>
              <a:rPr sz="1750" b="0" lang="zh-CN" altLang="en-US">
                <a:solidFill>
                  <a:srgbClr val="000000"/>
                </a:solidFill>
                <a:latin typeface="SimHei"/>
                <a:ea typeface="SimHei"/>
                <a:cs typeface="SimHei"/>
              </a:rPr>
              <a:t>Axisymmetric fluid simulations of negative streamers in SF</a:t>
            </a:r>
            <a:r>
              <a:rPr sz="1260" b="0" lang="zh-CN" altLang="en-US" baseline="-24000">
                <a:solidFill>
                  <a:srgbClr val="000000"/>
                </a:solidFill>
                <a:latin typeface="SimHei"/>
                <a:ea typeface="SimHei"/>
                <a:cs typeface="SimHei"/>
              </a:rPr>
              <a:t>6</a:t>
            </a:r>
            <a:r>
              <a:rPr sz="1750" b="0" lang="zh-CN" altLang="en-US">
                <a:solidFill>
                  <a:srgbClr val="000000"/>
                </a:solidFill>
                <a:latin typeface="SimHei"/>
                <a:ea typeface="SimHei"/>
                <a:cs typeface="SimHei"/>
              </a:rPr>
              <a:t> and in</a:t>
            </a:r>
          </a:p>
          <a:p>
            <a:pPr algn="l">
              <a:lnSpc>
                <a:spcPct val="112000"/>
              </a:lnSpc>
              <a:spcBef>
                <a:spcPts val="0"/>
              </a:spcBef>
              <a:spcAft>
                <a:spcPts val="0"/>
              </a:spcAft>
              <a:buNone/>
            </a:pPr>
            <a:r>
              <a:rPr sz="1750" b="0" lang="zh-CN" altLang="en-US">
                <a:solidFill>
                  <a:srgbClr val="000000"/>
                </a:solidFill>
                <a:latin typeface="SimHei"/>
                <a:ea typeface="SimHei"/>
                <a:cs typeface="SimHei"/>
              </a:rPr>
              <a:t>CO</a:t>
            </a:r>
            <a:r>
              <a:rPr sz="1260" b="0" lang="zh-CN" altLang="en-US" baseline="-24000">
                <a:solidFill>
                  <a:srgbClr val="000000"/>
                </a:solidFill>
                <a:latin typeface="SimHei"/>
                <a:ea typeface="SimHei"/>
                <a:cs typeface="SimHei"/>
              </a:rPr>
              <a:t>2</a:t>
            </a:r>
            <a:r>
              <a:rPr sz="1750" b="0" lang="zh-CN" altLang="en-US">
                <a:solidFill>
                  <a:srgbClr val="000000"/>
                </a:solidFill>
                <a:latin typeface="SimHei"/>
                <a:ea typeface="SimHei"/>
                <a:cs typeface="SimHei"/>
              </a:rPr>
              <a:t>-C</a:t>
            </a:r>
            <a:r>
              <a:rPr sz="1260" b="0" lang="zh-CN" altLang="en-US" baseline="-24000">
                <a:solidFill>
                  <a:srgbClr val="000000"/>
                </a:solidFill>
                <a:latin typeface="SimHei"/>
                <a:ea typeface="SimHei"/>
                <a:cs typeface="SimHei"/>
              </a:rPr>
              <a:t>4</a:t>
            </a:r>
            <a:r>
              <a:rPr sz="1750" b="0" lang="zh-CN" altLang="en-US">
                <a:solidFill>
                  <a:srgbClr val="000000"/>
                </a:solidFill>
                <a:latin typeface="SimHei"/>
                <a:ea typeface="SimHei"/>
                <a:cs typeface="SimHei"/>
              </a:rPr>
              <a:t>F</a:t>
            </a:r>
            <a:r>
              <a:rPr sz="1260" b="0" lang="zh-CN" altLang="en-US" baseline="-24000">
                <a:solidFill>
                  <a:srgbClr val="000000"/>
                </a:solidFill>
                <a:latin typeface="SimHei"/>
                <a:ea typeface="SimHei"/>
                <a:cs typeface="SimHei"/>
              </a:rPr>
              <a:t>7</a:t>
            </a:r>
            <a:r>
              <a:rPr sz="1750" b="0" lang="zh-CN" altLang="en-US">
                <a:solidFill>
                  <a:srgbClr val="000000"/>
                </a:solidFill>
                <a:latin typeface="SimHei"/>
                <a:ea typeface="SimHei"/>
                <a:cs typeface="SimHei"/>
              </a:rPr>
              <a:t>N mixtures in the pin-to-plane electrode configuration.</a:t>
            </a:r>
          </a:p>
          <a:p>
            <a:pPr algn="l">
              <a:lnSpc>
                <a:spcPct val="112000"/>
              </a:lnSpc>
              <a:spcBef>
                <a:spcPts val="0"/>
              </a:spcBef>
              <a:spcAft>
                <a:spcPts val="0"/>
              </a:spcAft>
              <a:buNone/>
            </a:pPr>
            <a:r>
              <a:rPr sz="1750" b="0" lang="zh-CN" altLang="en-US">
                <a:solidFill>
                  <a:srgbClr val="000000"/>
                </a:solidFill>
                <a:latin typeface="SimHei"/>
                <a:ea typeface="SimHei"/>
                <a:cs typeface="SimHei"/>
              </a:rPr>
              <a:t>Plasma Sources Sci. Technol. 34 (2025) 125004.</a:t>
            </a:r>
          </a:p>
          <a:p>
            <a:pPr algn="l">
              <a:lnSpc>
                <a:spcPct val="112000"/>
              </a:lnSpc>
              <a:spcBef>
                <a:spcPts val="0"/>
              </a:spcBef>
              <a:spcAft>
                <a:spcPts val="0"/>
              </a:spcAft>
              <a:buNone/>
            </a:pPr>
            <a:r>
              <a:rPr sz="1750" b="0" lang="zh-CN" altLang="en-US">
                <a:solidFill>
                  <a:srgbClr val="000000"/>
                </a:solidFill>
                <a:latin typeface="SimHei"/>
                <a:ea typeface="SimHei"/>
                <a:cs typeface="SimHei"/>
              </a:rPr>
              <a:t>DOI: 10.1088/1361-6595/ae2209</a:t>
            </a:r>
          </a:p>
        </p:txBody>
      </p:sp>
      <p:sp>
        <p:nvSpPr>
          <p:cNvPr id="13" name="TextBox 12"/>
          <p:cNvSpPr txBox="1"/>
          <p:nvPr/>
        </p:nvSpPr>
        <p:spPr>
          <a:xfrm>
            <a:off x="694944" y="5971032"/>
            <a:ext cx="10744200" cy="27432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400" b="0" lang="zh-CN" altLang="en-US">
                <a:solidFill>
                  <a:srgbClr val="526177"/>
                </a:solidFill>
                <a:latin typeface="SimHei"/>
                <a:ea typeface="SimHei"/>
                <a:cs typeface="SimHei"/>
              </a:rPr>
              <a:t>图表为原文裁切并逐页标注；表格、结构示意及研究建议为本次汇报整理。</a:t>
            </a: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9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1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218.xml><?xml version="1.0" encoding="utf-8"?>
<p:tagLst xmlns:p="http://schemas.openxmlformats.org/presentationml/2006/main">
  <p:tag name="COMMONDATA" val="eyJoZGlkIjoiYzdhZWY4N2NmNTJjNzhjOWY0ZTgxMWQyYmQ3MTI2YzQifQ=="/>
</p:tagLst>
</file>

<file path=ppt/theme/theme1.xml><?xml version="1.0" encoding="utf-8"?>
<a:theme xmlns:a="http://schemas.openxmlformats.org/drawingml/2006/main" name="Office 主题​​">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2">
      <a:majorFont>
        <a:latin typeface="SimHei"/>
        <a:ea typeface="SimHei"/>
        <a:cs typeface="SimHei"/>
      </a:majorFont>
      <a:minorFont>
        <a:latin typeface="SimHei"/>
        <a:ea typeface="SimHei"/>
        <a:cs typeface="SimHe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SimHei"/>
        <a:ea typeface="SimHei"/>
        <a:cs typeface="SimHei"/>
      </a:majorFont>
      <a:minorFont>
        <a:latin typeface="SimHei"/>
        <a:ea typeface="SimHei"/>
        <a:cs typeface="SimHe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SimHei"/>
        <a:ea typeface="SimHei"/>
        <a:cs typeface="SimHei"/>
        <a:font script="Jpan" typeface="SimHei"/>
        <a:font script="Hang" typeface="SimHei"/>
        <a:font script="Hans" typeface="SimHei"/>
        <a:font script="Hant" typeface="SimHei"/>
        <a:font script="Arab" typeface="SimHei"/>
        <a:font script="Hebr" typeface="SimHei"/>
        <a:font script="Thai" typeface="SimHei"/>
        <a:font script="Ethi" typeface="SimHei"/>
        <a:font script="Beng" typeface="SimHei"/>
        <a:font script="Gujr" typeface="SimHei"/>
        <a:font script="Khmr" typeface="SimHei"/>
        <a:font script="Knda" typeface="SimHei"/>
        <a:font script="Guru" typeface="SimHei"/>
        <a:font script="Cans" typeface="SimHei"/>
        <a:font script="Cher" typeface="SimHei"/>
        <a:font script="Yiii" typeface="SimHei"/>
        <a:font script="Tibt" typeface="SimHei"/>
        <a:font script="Thaa" typeface="SimHei"/>
        <a:font script="Deva" typeface="SimHei"/>
        <a:font script="Telu" typeface="SimHei"/>
        <a:font script="Taml" typeface="SimHei"/>
        <a:font script="Syrc" typeface="SimHei"/>
        <a:font script="Orya" typeface="SimHei"/>
        <a:font script="Mlym" typeface="SimHei"/>
        <a:font script="Laoo" typeface="SimHei"/>
        <a:font script="Sinh" typeface="SimHei"/>
        <a:font script="Mong" typeface="SimHei"/>
        <a:font script="Viet" typeface="SimHei"/>
        <a:font script="Uigh" typeface="SimHei"/>
        <a:font script="Geor" typeface="SimHei"/>
      </a:majorFont>
      <a:minorFont>
        <a:latin typeface="SimHei"/>
        <a:ea typeface="SimHei"/>
        <a:cs typeface="SimHei"/>
        <a:font script="Jpan" typeface="SimHei"/>
        <a:font script="Hang" typeface="SimHei"/>
        <a:font script="Hans" typeface="SimHei"/>
        <a:font script="Hant" typeface="SimHei"/>
        <a:font script="Arab" typeface="SimHei"/>
        <a:font script="Hebr" typeface="SimHei"/>
        <a:font script="Thai" typeface="SimHei"/>
        <a:font script="Ethi" typeface="SimHei"/>
        <a:font script="Beng" typeface="SimHei"/>
        <a:font script="Gujr" typeface="SimHei"/>
        <a:font script="Khmr" typeface="SimHei"/>
        <a:font script="Knda" typeface="SimHei"/>
        <a:font script="Guru" typeface="SimHei"/>
        <a:font script="Cans" typeface="SimHei"/>
        <a:font script="Cher" typeface="SimHei"/>
        <a:font script="Yiii" typeface="SimHei"/>
        <a:font script="Tibt" typeface="SimHei"/>
        <a:font script="Thaa" typeface="SimHei"/>
        <a:font script="Deva" typeface="SimHei"/>
        <a:font script="Telu" typeface="SimHei"/>
        <a:font script="Taml" typeface="SimHei"/>
        <a:font script="Syrc" typeface="SimHei"/>
        <a:font script="Orya" typeface="SimHei"/>
        <a:font script="Mlym" typeface="SimHei"/>
        <a:font script="Laoo" typeface="SimHei"/>
        <a:font script="Sinh" typeface="SimHei"/>
        <a:font script="Mong" typeface="SimHei"/>
        <a:font script="Viet" typeface="SimHei"/>
        <a:font script="Uigh" typeface="SimHei"/>
        <a:font script="Geor" typeface="SimHei"/>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SimHei"/>
        <a:ea typeface="SimHei"/>
        <a:cs typeface="SimHei"/>
        <a:font script="Jpan" typeface="SimHei"/>
        <a:font script="Hang" typeface="SimHei"/>
        <a:font script="Hans" typeface="SimHei"/>
        <a:font script="Hant" typeface="SimHei"/>
        <a:font script="Arab" typeface="SimHei"/>
        <a:font script="Hebr" typeface="SimHei"/>
        <a:font script="Thai" typeface="SimHei"/>
        <a:font script="Ethi" typeface="SimHei"/>
        <a:font script="Beng" typeface="SimHei"/>
        <a:font script="Gujr" typeface="SimHei"/>
        <a:font script="Khmr" typeface="SimHei"/>
        <a:font script="Knda" typeface="SimHei"/>
        <a:font script="Guru" typeface="SimHei"/>
        <a:font script="Cans" typeface="SimHei"/>
        <a:font script="Cher" typeface="SimHei"/>
        <a:font script="Yiii" typeface="SimHei"/>
        <a:font script="Tibt" typeface="SimHei"/>
        <a:font script="Thaa" typeface="SimHei"/>
        <a:font script="Deva" typeface="SimHei"/>
        <a:font script="Telu" typeface="SimHei"/>
        <a:font script="Taml" typeface="SimHei"/>
        <a:font script="Syrc" typeface="SimHei"/>
        <a:font script="Orya" typeface="SimHei"/>
        <a:font script="Mlym" typeface="SimHei"/>
        <a:font script="Laoo" typeface="SimHei"/>
        <a:font script="Sinh" typeface="SimHei"/>
        <a:font script="Mong" typeface="SimHei"/>
        <a:font script="Viet" typeface="SimHei"/>
        <a:font script="Uigh" typeface="SimHei"/>
        <a:font script="Geor" typeface="SimHei"/>
      </a:majorFont>
      <a:minorFont>
        <a:latin typeface="SimHei"/>
        <a:ea typeface="SimHei"/>
        <a:cs typeface="SimHei"/>
        <a:font script="Jpan" typeface="SimHei"/>
        <a:font script="Hang" typeface="SimHei"/>
        <a:font script="Hans" typeface="SimHei"/>
        <a:font script="Hant" typeface="SimHei"/>
        <a:font script="Arab" typeface="SimHei"/>
        <a:font script="Hebr" typeface="SimHei"/>
        <a:font script="Thai" typeface="SimHei"/>
        <a:font script="Ethi" typeface="SimHei"/>
        <a:font script="Beng" typeface="SimHei"/>
        <a:font script="Gujr" typeface="SimHei"/>
        <a:font script="Khmr" typeface="SimHei"/>
        <a:font script="Knda" typeface="SimHei"/>
        <a:font script="Guru" typeface="SimHei"/>
        <a:font script="Cans" typeface="SimHei"/>
        <a:font script="Cher" typeface="SimHei"/>
        <a:font script="Yiii" typeface="SimHei"/>
        <a:font script="Tibt" typeface="SimHei"/>
        <a:font script="Thaa" typeface="SimHei"/>
        <a:font script="Deva" typeface="SimHei"/>
        <a:font script="Telu" typeface="SimHei"/>
        <a:font script="Taml" typeface="SimHei"/>
        <a:font script="Syrc" typeface="SimHei"/>
        <a:font script="Orya" typeface="SimHei"/>
        <a:font script="Mlym" typeface="SimHei"/>
        <a:font script="Laoo" typeface="SimHei"/>
        <a:font script="Sinh" typeface="SimHei"/>
        <a:font script="Mong" typeface="SimHei"/>
        <a:font script="Viet" typeface="SimHei"/>
        <a:font script="Uigh" typeface="SimHei"/>
        <a:font script="Geor" typeface="SimHei"/>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C:\Program Files\Microsoft Office\Templates\Presentation Designs\Sunny Days.pot</Template>
  <TotalTime>0</TotalTime>
  <Words>7008</Words>
  <Application>WPS 演示</Application>
  <PresentationFormat>宽屏</PresentationFormat>
  <Paragraphs>546</Paragraphs>
  <Slides>23</Slides>
  <Notes>21</Notes>
  <HiddenSlides>0</HiddenSlides>
  <MMClips>0</MMClips>
  <ScaleCrop>false</ScaleCrop>
  <HeadingPairs>
    <vt:vector size="8" baseType="variant">
      <vt:variant>
        <vt:lpstr>已用的字体</vt:lpstr>
      </vt:variant>
      <vt:variant>
        <vt:i4>16</vt:i4>
      </vt:variant>
      <vt:variant>
        <vt:lpstr>主题</vt:lpstr>
      </vt:variant>
      <vt:variant>
        <vt:i4>2</vt:i4>
      </vt:variant>
      <vt:variant>
        <vt:lpstr>嵌入 OLE 服务器</vt:lpstr>
      </vt:variant>
      <vt:variant>
        <vt:i4>5</vt:i4>
      </vt:variant>
      <vt:variant>
        <vt:lpstr>幻灯片标题</vt:lpstr>
      </vt:variant>
      <vt:variant>
        <vt:i4>23</vt:i4>
      </vt:variant>
    </vt:vector>
  </HeadingPairs>
  <TitlesOfParts>
    <vt:vector size="46" baseType="lpstr">
      <vt:lpstr>Arial</vt:lpstr>
      <vt:lpstr>宋体</vt:lpstr>
      <vt:lpstr>Wingdings</vt:lpstr>
      <vt:lpstr>Times New Roman</vt:lpstr>
      <vt:lpstr>楷体_GB2312</vt:lpstr>
      <vt:lpstr>新宋体</vt:lpstr>
      <vt:lpstr>微软雅黑</vt:lpstr>
      <vt:lpstr>Wingdings</vt:lpstr>
      <vt:lpstr>Arial</vt:lpstr>
      <vt:lpstr>黑体</vt:lpstr>
      <vt:lpstr>楷体</vt:lpstr>
      <vt:lpstr>Noto Sans SC</vt:lpstr>
      <vt:lpstr>Arial Unicode MS</vt:lpstr>
      <vt:lpstr>Roboto Mono</vt:lpstr>
      <vt:lpstr>SWAstro</vt:lpstr>
      <vt:lpstr>MS PGothic</vt:lpstr>
      <vt:lpstr>Office 主题​​</vt:lpstr>
      <vt:lpstr>1_Office 主题​​</vt:lpstr>
      <vt:lpstr>Equation.DSMT4</vt:lpstr>
      <vt:lpstr>Equation.DSMT4</vt:lpstr>
      <vt:lpstr>Equation.DSMT4</vt:lpstr>
      <vt:lpstr>Equation.DSMT4</vt:lpstr>
      <vt:lpstr>Equation.DSMT4</vt:lpstr>
      <vt:lpstr>PowerPoint 演示文稿</vt:lpstr>
      <vt:lpstr>研究背景</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vacuum</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C4F7N电子碰撞截面与负流注放电特性（26页黑体修订版）</dc:title>
  <dc:creator/>
  <cp:lastModifiedBy/>
  <cp:revision>6133</cp:revision>
  <cp:lastPrinted>2113-01-01T00:00:00Z</cp:lastPrinted>
  <dcterms:created xsi:type="dcterms:W3CDTF">2004-10-12T04:01:00Z</dcterms:created>
  <dcterms:modified xsi:type="dcterms:W3CDTF">2026-04-26T04:36:43Z</dcterms:modified>
  <dc:subject>文献分享：碰撞截面、电子群参数与针板负流注</dc:subject>
  <cp:keywords>C4F7N,SimHei,黑体,电子群参数,碰撞截面,负流注</cp:keyword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2052-12.1.0.25865</vt:lpwstr>
  </property>
  <property fmtid="{D5CDD505-2E9C-101B-9397-08002B2CF9AE}" pid="3" name="ICV">
    <vt:lpwstr>0834975419C14E29BBF51CA480CAF209</vt:lpwstr>
  </property>
</Properties>
</file>