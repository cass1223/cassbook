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18.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p:sldMasterIdLst>
    <p:sldMasterId id="2147483648" r:id="rId1"/>
    <p:sldMasterId id="2147483662" r:id="rId3"/>
  </p:sldMasterIdLst>
  <p:notesMasterIdLst>
    <p:notesMasterId r:id="rId5"/>
  </p:notesMasterIdLst>
  <p:handoutMasterIdLst>
    <p:handoutMasterId r:id="rId28"/>
  </p:handout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10"/>
    <p:sldId id="274" r:id="rId9"/>
    <p:sldId id="275" r:id="rId8"/>
    <p:sldId id="276" r:id="rId7"/>
    <p:sldId id="277" r:id="rId6"/>
    <p:sldId id="278" r:id="rId4"/>
    <p:sldId id="279" r:id="rId34"/>
    <p:sldId id="280" r:id="rId35"/>
    <p:sldId id="281" r:id="rId36"/>
    <p:sldId id="282" r:id="rId37"/>
    <p:sldId id="283" r:id="rId38"/>
    <p:sldId id="284" r:id="rId39"/>
    <p:sldId id="285" r:id="rId40"/>
  </p:sldIdLst>
  <p:sldSz cx="12192000" cy="6858000"/>
  <p:notesSz cx="6858000" cy="9144000"/>
  <p:custDataLst>
    <p:tags r:id="rId33"/>
  </p:custDataLst>
  <p:defaultTextStyle>
    <a:defPPr>
      <a:defRPr lang="en-US"/>
    </a:defPPr>
    <a:lvl1pPr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1pPr>
    <a:lvl2pPr marL="4572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2pPr>
    <a:lvl3pPr marL="9144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3pPr>
    <a:lvl4pPr marL="13716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4pPr>
    <a:lvl5pPr marL="18288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5pPr>
    <a:lvl6pPr marL="22860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6pPr>
    <a:lvl7pPr marL="27432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7pPr>
    <a:lvl8pPr marL="32004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8pPr>
    <a:lvl9pPr marL="36576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9pPr>
  </p:defaultTextStyle>
  <p:extLst>
    <p:ext uri="{EFAFB233-063F-42B5-8137-9DF3F51BA10A}">
      <p15:sldGuideLst xmlns:p15="http://schemas.microsoft.com/office/powerpoint/2012/main">
        <p15:guide id="1" orient="horz" pos="1850"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gelina" initials="a" lastIdx="1" clrIdx="0"/>
  <p:cmAuthor id="1" name="肖高铿" initials="肖高铿" lastIdx="1" clrIdx="0"/>
  <p:cmAuthor id="2" name="孙东伟" initials="孙" lastIdx="1" clrIdx="1"/>
  <p:cmAuthor id="3" name="Francium" initials="F" lastIdx="1" clrIdx="2"/>
  <p:cmAuthor id="4" name="Armei" initials="A" lastIdx="20" clrIdx="3"/>
  <p:cmAuthor id="5" name="admin" initials="c" lastIdx="25" clrIdx="4"/>
  <p:cmAuthor id="6" name="Administrator" initials="A" lastIdx="4" clrIdx="5"/>
  <p:cmAuthor id="7" name="lenovo" initials="l" lastIdx="1" clrIdx="6"/>
  <p:cmAuthor id="8" name="饶毅" initials="饶毅" lastIdx="6" clrIdx="8"/>
  <p:cmAuthor id="9" name="孙 诚" initials="孙" lastIdx="3" clrIdx="9"/>
  <p:cmAuthor id="10" name="fengdong" initials="fd" lastIdx="2" clrIdx="10"/>
  <p:cmAuthor id="11" name="谢超" initials="谢超" lastIdx="8" clrIdx="10"/>
  <p:cmAuthor id="12" name="杨洋1" initials="杨洋1" lastIdx="13" clrIdx="11"/>
  <p:cmAuthor id="14" name="武霁阳" initials="wujy" lastIdx="1" clrIdx="13"/>
  <p:cmAuthor id="15" name="张长虹" initials="zch" lastIdx="1" clrIdx="1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000FF"/>
    <a:srgbClr val="6FAC46"/>
    <a:srgbClr val="8FAADC"/>
    <a:srgbClr val="E7EFC6"/>
    <a:srgbClr val="FFE5D4"/>
    <a:srgbClr val="BDD34A"/>
    <a:srgbClr val="8AA000"/>
    <a:srgbClr val="D0DE86"/>
    <a:srgbClr val="B2C1D6"/>
    <a:srgbClr val="6E87B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67" autoAdjust="0"/>
    <p:restoredTop sz="93951" autoAdjust="0"/>
  </p:normalViewPr>
  <p:slideViewPr>
    <p:cSldViewPr showGuides="1">
      <p:cViewPr varScale="1">
        <p:scale>
          <a:sx n="98" d="100"/>
          <a:sy n="98" d="100"/>
        </p:scale>
        <p:origin x="882" y="78"/>
      </p:cViewPr>
      <p:guideLst>
        <p:guide orient="horz" pos="1850"/>
        <p:guide pos="3840"/>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100" d="100"/>
        <a:sy n="100" d="100"/>
      </p:scale>
      <p:origin x="0" y="-3150"/>
    </p:cViewPr>
  </p:sorterViewPr>
  <p:notesViewPr>
    <p:cSldViewPr>
      <p:cViewPr varScale="1">
        <p:scale>
          <a:sx n="82" d="100"/>
          <a:sy n="82" d="100"/>
        </p:scale>
        <p:origin x="3954" y="108"/>
      </p:cViewPr>
      <p:guideLst>
        <p:guide orient="horz" pos="3107"/>
        <p:guide pos="1764"/>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Master" Target="slideMasters/slideMaster2.xml"/><Relationship Id="rId4" Type="http://schemas.openxmlformats.org/officeDocument/2006/relationships/slide" Target="slides/slide23.xml"/><Relationship Id="rId5" Type="http://schemas.openxmlformats.org/officeDocument/2006/relationships/notesMaster" Target="notesMasters/notesMaster1.xml"/><Relationship Id="rId6" Type="http://schemas.openxmlformats.org/officeDocument/2006/relationships/slide" Target="slides/slide22.xml"/><Relationship Id="rId7" Type="http://schemas.openxmlformats.org/officeDocument/2006/relationships/slide" Target="slides/slide21.xml"/><Relationship Id="rId8" Type="http://schemas.openxmlformats.org/officeDocument/2006/relationships/slide" Target="slides/slide20.xml"/><Relationship Id="rId9" Type="http://schemas.openxmlformats.org/officeDocument/2006/relationships/slide" Target="slides/slide19.xml"/><Relationship Id="rId10" Type="http://schemas.openxmlformats.org/officeDocument/2006/relationships/slide" Target="slides/slide18.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handoutMaster" Target="handoutMasters/handout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ableStyles" Target="tableStyles.xml"/><Relationship Id="rId32" Type="http://schemas.openxmlformats.org/officeDocument/2006/relationships/commentAuthors" Target="commentAuthors.xml"/><Relationship Id="rId33" Type="http://schemas.openxmlformats.org/officeDocument/2006/relationships/tags" Target="tags/tag218.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vl1pPr>
          </a:lstStyle>
          <a:p>
            <a:pPr>
              <a:defRPr/>
            </a:pPr>
            <a:endParaRPr lang="zh-CN" altLang="en-US">
              <a:latin typeface="SimHei" panose="020B0503020204020204" pitchFamily="34" charset="-122"/>
            </a:endParaRPr>
          </a:p>
        </p:txBody>
      </p:sp>
      <p:sp>
        <p:nvSpPr>
          <p:cNvPr id="3" name="日期占位符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hangingPunct="1">
              <a:defRPr sz="1200"/>
            </a:lvl1pPr>
          </a:lstStyle>
          <a:p>
            <a:pPr>
              <a:defRPr/>
            </a:pPr>
            <a:fld id="{6134A705-093A-43F2-B85F-5541EFF47785}" type="datetimeFigureOut">
              <a:rPr lang="zh-CN" altLang="en-US">
                <a:latin typeface="SimHei" panose="020B0503020204020204" pitchFamily="34" charset="-122"/>
              </a:rPr>
            </a:fld>
            <a:endParaRPr lang="zh-CN" altLang="en-US">
              <a:latin typeface="SimHei" panose="020B0503020204020204" pitchFamily="34" charset="-122"/>
            </a:endParaRPr>
          </a:p>
        </p:txBody>
      </p:sp>
      <p:sp>
        <p:nvSpPr>
          <p:cNvPr id="5" name="灯片编号占位符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lstStyle>
            <a:lvl1pPr algn="r" eaLnBrk="1" hangingPunct="1">
              <a:defRPr sz="1200"/>
            </a:lvl1pPr>
          </a:lstStyle>
          <a:p>
            <a:pPr>
              <a:defRPr/>
            </a:pPr>
            <a:fld id="{8233AAD0-9D9F-4035-8DA4-F26DEF6BA6F6}" type="slidenum">
              <a:rPr lang="zh-CN" altLang="en-US">
                <a:latin typeface="SimHei" panose="020B0503020204020204" pitchFamily="34" charset="-122"/>
              </a:rPr>
            </a:fld>
            <a:endParaRPr lang="zh-CN" altLang="en-US">
              <a:latin typeface="SimHei" panose="020B0503020204020204" pitchFamily="34" charset="-122"/>
            </a:endParaRPr>
          </a:p>
        </p:txBody>
      </p:sp>
      <p:sp>
        <p:nvSpPr>
          <p:cNvPr id="6" name="页脚占位符 5"/>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hangingPunct="1">
              <a:defRPr sz="1200"/>
            </a:lvl1pPr>
          </a:lstStyle>
          <a:p>
            <a:pPr>
              <a:defRPr/>
            </a:pPr>
            <a:endParaRPr lang="zh-CN" altLang="en-US">
              <a:latin typeface="SimHei" panose="020B0503020204020204" pitchFamily="34" charset="-122"/>
            </a:endParaRPr>
          </a:p>
        </p:txBody>
      </p:sp>
    </p:spTree>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770"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algn="l" eaLnBrk="1" hangingPunct="1">
              <a:defRPr sz="1200" b="0">
                <a:latin typeface="SimHei" panose="020B0503020204020204" pitchFamily="34" charset="-122"/>
                <a:ea typeface="SimHei" panose="020B0503020204020204" pitchFamily="34" charset="-122"/>
              </a:defRPr>
            </a:lvl1pPr>
          </a:lstStyle>
          <a:p>
            <a:pPr>
              <a:defRPr/>
            </a:pPr>
            <a:endParaRPr lang="zh-CN" altLang="en-US"/>
          </a:p>
        </p:txBody>
      </p:sp>
      <p:sp>
        <p:nvSpPr>
          <p:cNvPr id="32771" name="Rectangle 3"/>
          <p:cNvSpPr>
            <a:spLocks noGrp="1" noChangeArrowheads="1"/>
          </p:cNvSpPr>
          <p:nvPr>
            <p:ph type="dt" idx="1"/>
          </p:nvPr>
        </p:nvSpPr>
        <p:spPr bwMode="auto">
          <a:xfrm>
            <a:off x="3886200"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b="0">
                <a:latin typeface="SimHei" panose="020B0503020204020204" pitchFamily="34" charset="-122"/>
                <a:ea typeface="SimHei" panose="020B0503020204020204" pitchFamily="34" charset="-122"/>
              </a:defRPr>
            </a:lvl1pPr>
          </a:lstStyle>
          <a:p>
            <a:pPr>
              <a:defRPr/>
            </a:pPr>
            <a:endParaRPr lang="en-US" altLang="zh-CN"/>
          </a:p>
        </p:txBody>
      </p:sp>
      <p:sp>
        <p:nvSpPr>
          <p:cNvPr id="6148" name="Rectangle 4"/>
          <p:cNvSpPr>
            <a:spLocks noGrp="1" noRot="1" noChangeAspect="1" noChangeArrowheads="1" noTextEdit="1"/>
          </p:cNvSpPr>
          <p:nvPr>
            <p:ph type="sldImg" idx="2"/>
          </p:nvPr>
        </p:nvSpPr>
        <p:spPr bwMode="auto">
          <a:xfrm>
            <a:off x="380700" y="685800"/>
            <a:ext cx="60966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32773" name="Rectangle 5"/>
          <p:cNvSpPr>
            <a:spLocks noGrp="1" noChangeArrowheads="1"/>
          </p:cNvSpPr>
          <p:nvPr>
            <p:ph type="body" sz="quarter" idx="3"/>
          </p:nvPr>
        </p:nvSpPr>
        <p:spPr bwMode="auto">
          <a:xfrm>
            <a:off x="914400" y="4343400"/>
            <a:ext cx="50292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32774" name="Rectangle 6"/>
          <p:cNvSpPr>
            <a:spLocks noGrp="1" noChangeArrowheads="1"/>
          </p:cNvSpPr>
          <p:nvPr>
            <p:ph type="ftr" sz="quarter" idx="4"/>
          </p:nvPr>
        </p:nvSpPr>
        <p:spPr bwMode="auto">
          <a:xfrm>
            <a:off x="0" y="8686800"/>
            <a:ext cx="2971800" cy="457200"/>
          </a:xfrm>
          <a:prstGeom prst="rect">
            <a:avLst/>
          </a:prstGeom>
          <a:noFill/>
          <a:ln>
            <a:noFill/>
          </a:ln>
          <a:effectLst/>
        </p:spPr>
        <p:txBody>
          <a:bodyPr vert="horz" wrap="square" lIns="91440" tIns="45720" rIns="91440" bIns="45720" numCol="1" anchor="b" anchorCtr="0" compatLnSpc="1"/>
          <a:lstStyle>
            <a:lvl1pPr algn="l" eaLnBrk="1" hangingPunct="1">
              <a:defRPr sz="1200" b="0">
                <a:latin typeface="SimHei" panose="020B0503020204020204" pitchFamily="34" charset="-122"/>
                <a:ea typeface="SimHei" panose="020B0503020204020204" pitchFamily="34" charset="-122"/>
              </a:defRPr>
            </a:lvl1pPr>
          </a:lstStyle>
          <a:p>
            <a:pPr>
              <a:defRPr/>
            </a:pPr>
            <a:endParaRPr lang="en-US" altLang="zh-CN"/>
          </a:p>
        </p:txBody>
      </p:sp>
      <p:sp>
        <p:nvSpPr>
          <p:cNvPr id="32775" name="Rectangle 7"/>
          <p:cNvSpPr>
            <a:spLocks noGrp="1" noChangeArrowheads="1"/>
          </p:cNvSpPr>
          <p:nvPr>
            <p:ph type="sldNum" sz="quarter" idx="5"/>
          </p:nvPr>
        </p:nvSpPr>
        <p:spPr bwMode="auto">
          <a:xfrm>
            <a:off x="3886200" y="8686800"/>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b="0">
                <a:latin typeface="SimHei" panose="020B0503020204020204" pitchFamily="34" charset="-122"/>
                <a:ea typeface="SimHei" panose="020B0503020204020204" pitchFamily="34" charset="-122"/>
              </a:defRPr>
            </a:lvl1pPr>
          </a:lstStyle>
          <a:p>
            <a:pPr>
              <a:defRPr/>
            </a:pPr>
            <a:fld id="{5CF96F32-7BC1-47AF-B87B-B0259F8FA183}" type="slidenum">
              <a:rPr lang="zh-CN" altLang="en-US"/>
            </a:fld>
            <a:endParaRPr lang="en-US" altLang="zh-CN"/>
          </a:p>
        </p:txBody>
      </p:sp>
    </p:spTree>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kumimoji="1" sz="1200" kern="1200">
        <a:solidFill>
          <a:schemeClr val="tx1"/>
        </a:solidFill>
        <a:latin typeface="SimHei" panose="020B0503020204020204" pitchFamily="34" charset="-122"/>
        <a:ea typeface="SimHei" panose="020B0503020204020204" pitchFamily="34" charset="-122"/>
        <a:cs typeface="SimHei"/>
      </a:defRPr>
    </a:lvl1pPr>
    <a:lvl2pPr marL="457200" algn="l" rtl="0" eaLnBrk="0" fontAlgn="base" hangingPunct="0">
      <a:spcBef>
        <a:spcPct val="30000"/>
      </a:spcBef>
      <a:spcAft>
        <a:spcPct val="0"/>
      </a:spcAft>
      <a:defRPr kumimoji="1" sz="1200" kern="1200">
        <a:solidFill>
          <a:schemeClr val="tx1"/>
        </a:solidFill>
        <a:latin typeface="SimHei" panose="020B0503020204020204" pitchFamily="34" charset="-122"/>
        <a:ea typeface="SimHei" panose="020B0503020204020204" pitchFamily="34" charset="-122"/>
        <a:cs typeface="SimHei"/>
      </a:defRPr>
    </a:lvl2pPr>
    <a:lvl3pPr marL="914400" algn="l" rtl="0" eaLnBrk="0" fontAlgn="base" hangingPunct="0">
      <a:spcBef>
        <a:spcPct val="30000"/>
      </a:spcBef>
      <a:spcAft>
        <a:spcPct val="0"/>
      </a:spcAft>
      <a:defRPr kumimoji="1" sz="1200" kern="1200">
        <a:solidFill>
          <a:schemeClr val="tx1"/>
        </a:solidFill>
        <a:latin typeface="SimHei" panose="020B0503020204020204" pitchFamily="34" charset="-122"/>
        <a:ea typeface="SimHei" panose="020B0503020204020204" pitchFamily="34" charset="-122"/>
        <a:cs typeface="SimHei"/>
      </a:defRPr>
    </a:lvl3pPr>
    <a:lvl4pPr marL="1371600" algn="l" rtl="0" eaLnBrk="0" fontAlgn="base" hangingPunct="0">
      <a:spcBef>
        <a:spcPct val="30000"/>
      </a:spcBef>
      <a:spcAft>
        <a:spcPct val="0"/>
      </a:spcAft>
      <a:defRPr kumimoji="1" sz="1200" kern="1200">
        <a:solidFill>
          <a:schemeClr val="tx1"/>
        </a:solidFill>
        <a:latin typeface="SimHei" panose="020B0503020204020204" pitchFamily="34" charset="-122"/>
        <a:ea typeface="SimHei" panose="020B0503020204020204" pitchFamily="34" charset="-122"/>
        <a:cs typeface="SimHei"/>
      </a:defRPr>
    </a:lvl4pPr>
    <a:lvl5pPr marL="1828800" algn="l" rtl="0" eaLnBrk="0" fontAlgn="base" hangingPunct="0">
      <a:spcBef>
        <a:spcPct val="30000"/>
      </a:spcBef>
      <a:spcAft>
        <a:spcPct val="0"/>
      </a:spcAft>
      <a:defRPr kumimoji="1" sz="1200" kern="1200">
        <a:solidFill>
          <a:schemeClr val="tx1"/>
        </a:solidFill>
        <a:latin typeface="SimHei" panose="020B0503020204020204" pitchFamily="34" charset="-122"/>
        <a:ea typeface="SimHei" panose="020B0503020204020204" pitchFamily="34" charset="-122"/>
        <a:cs typeface="SimHei"/>
      </a:defRPr>
    </a:lvl5pPr>
    <a:lvl6pPr marL="2286000" algn="l" defTabSz="914400" rtl="0" eaLnBrk="1" latinLnBrk="0" hangingPunct="1">
      <a:defRPr sz="1200" kern="1200">
        <a:solidFill>
          <a:schemeClr val="tx1"/>
        </a:solidFill>
        <a:latin typeface="SimHei"/>
        <a:ea typeface="SimHei"/>
        <a:cs typeface="SimHei"/>
      </a:defRPr>
    </a:lvl6pPr>
    <a:lvl7pPr marL="2743200" algn="l" defTabSz="914400" rtl="0" eaLnBrk="1" latinLnBrk="0" hangingPunct="1">
      <a:defRPr sz="1200" kern="1200">
        <a:solidFill>
          <a:schemeClr val="tx1"/>
        </a:solidFill>
        <a:latin typeface="SimHei"/>
        <a:ea typeface="SimHei"/>
        <a:cs typeface="SimHei"/>
      </a:defRPr>
    </a:lvl7pPr>
    <a:lvl8pPr marL="3200400" algn="l" defTabSz="914400" rtl="0" eaLnBrk="1" latinLnBrk="0" hangingPunct="1">
      <a:defRPr sz="1200" kern="1200">
        <a:solidFill>
          <a:schemeClr val="tx1"/>
        </a:solidFill>
        <a:latin typeface="SimHei"/>
        <a:ea typeface="SimHei"/>
        <a:cs typeface="SimHei"/>
      </a:defRPr>
    </a:lvl8pPr>
    <a:lvl9pPr marL="3657600" algn="l" defTabSz="914400" rtl="0" eaLnBrk="1" latinLnBrk="0" hangingPunct="1">
      <a:defRPr sz="1200" kern="1200">
        <a:solidFill>
          <a:schemeClr val="tx1"/>
        </a:solidFill>
        <a:latin typeface="SimHei"/>
        <a:ea typeface="SimHei"/>
        <a:cs typeface="SimHe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第1页｜C4F7N 的电子碰撞截面 与负流注放电特性</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各位老师、同学好。本次分享两篇与新型环保绝缘气体微观放电参数相关的论文。第一篇是2026年Metting van Rijn和Franck关于C4F7N电子碰撞截面的工作；第二篇是2025年Simonovic等关于SF6与CO2-C4F7N针板负流注的工作。我的主线是：截面如何决定电子群参数，群参数又怎样进入非均匀放电模型。两篇文章并不是新数据先发表、流注论文再应用的关系，第二篇使用较早的截面集。</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依据与图表来源：[1]、[2]全文。</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第2页｜研究背景：SF6替代与环保绝缘气体研究</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首先从我的大研究背景讲起。SF6具有优良的气体绝缘性能，是高压技术中的重要介质，但它也是强温室气体，因此有必要研究环境影响较低的替代方案。C4F7N及其混合气是相关研究中的候选体系之一。需要强调“相对更低的环境影响”不等于零环境影响，而绝缘性能也不能由环境指标直接决定。我的研究关注电子与气体的微观相互作用，希望用可靠的电子群参数和碰撞截面解释放电行为，并为替代气体评价提供基础。这里不沿用示例中的历史政策时间表或旧版GWP数值，避免把过时数字当作当前依据。</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依据与图表来源：[1]§1；[2]§1.3；结构参照用户提供的三份示例，大背景表述按研究方向整理。</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第3页｜研究背景：新型气体的微观过程为何更复杂？</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新型环保气体通常具有较复杂的分子结构，电子碰撞中会出现多类振动、激发、附着和电离过程。实际研究又经常采用与CO2等缓冲气体混合的形式，配比变化会改变电子能量分布，使同一套截面的不同能区被不同程度地采样。进一步进入针板等非均匀场问题后，空间电荷与局部场增强会和反应过程自洽耦合。因此需要同时关注微观数据是否合理，以及这些数据在目标工况下是否可用。这里陈述的是研究挑战，不代表我已经完成了所有测量或模型开发。</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依据与图表来源：[1]§3-4；[2]§2、§4.1、§4.4；用户示例的研究背景用于组织结构参考。</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第4页｜研究背景：基础微观放电参数体系</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这一页对应示例中基础微观放电参数的关系图，我将其重新绘制为可编辑流程。截面是微观输入，群参数是对电子群运动和反应的统计描述。正问题是在给定组分、温度和E/N下由截面计算群参数；反问题是利用群实验及外部散射资料对截面施加约束。两条路径应相互校核，而不是彼此替代。面向应用时，还需要将定义一致的迁移、扩散与反应参数用于放电模型。更完整的体系可以考虑解附着和离子转化等动力学，但本文两篇文献的覆盖范围有限，第二篇负流注比较尤其忽略了解附着。</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依据与图表来源：[1]§2-4；[2]§2、§4.4；关系图参考用户示例并重新绘制。</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第5页｜研究背景：参数与截面的主要获取途径</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电子群实验与直接散射资料提供不同层次的信息。SST主要利用稳态电流与空间增长信息，PT分析时间电流波形，TOF及电子群图可表征输运和展宽；具体能够可靠提取哪些参数，依赖实验装置、反应过程与评估模型。能损谱和散射实验则对激发阈值、谱形和部分绝对幅值提供更直接约束。Boltzmann或Monte Carlo求解将截面转换为群参数，反演时再用实测数据约束输入。这些方法是互补的，机器学习也不能替代单位、阈值、守恒或实验误差等物理检查。本页为大背景框架，不把这些技术都说成两篇论文已经采用或创新。</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依据与图表来源：[1]§1-4；[2]§2、§4.1；SST/PT/TOF框架参照用户示例，未引用示例论文的研究结论。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第6页｜研究背景：本次文献分享的两个切入点</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围绕研究方向，我将本次文献选择归结为两个问题。第一，怎样用外部物理信息和电子群测量获得更可信的截面，哪些能区仍存在反演不唯一？第二，将输运与反应数据输入流注模型后，混合气的传播和熄灭行为怎样改变，模型对这些判断有什么限制？第一篇主要回答前者，第二篇主要回答后者。这条主线是我的分享逻辑，并不表示两篇文章已经完成同一套新截面的闭环验证；第二篇2025年工作使用较早的截面集。</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依据与图表来源：依据[1]§3-5、[2]§2、§4；本次文献选择逻辑。</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第7页｜本次分享的两篇文献</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第一篇为Metting van Rijn和Franck于2026年发表的C4F7N电子散射截面研究，核心是多源证据约束下的截面构建、群参数比较以及高能过程合理性。第二篇是Simonovic等2025年关于针板结构中SF6与CO2-C4F7N负流注的轴对称流体仿真，核心是曲线电极的数值扩展和混合气表现。以下对每篇都按研究背景、方法、结果、结论与创新点的顺序介绍，最后再回到自己的研究方向。</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依据与图表来源：[1]、[2]完整题录见末页。</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第8页｜文章一：研究背景与目标</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第一篇并不是在完全没有数据的情况下从零开始。作者讨论了此前的两套C4F7N截面，指出它们虽能复现实验群参数，但高于约50 eV时仍存在电子激发幅值和能量损失方面的不足，振动阈值附近的形状也需要进一步核查。因此新工作的价值是把更多外部证据引入截面集构建，尤其考虑高能粒子探测器应用需要的能量覆盖。需要将这些评价表述为本文作者对已有模型的判断，而非我们额外完成了对旧数据的独立审计。</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依据与图表来源：[1]§1、§5，原刊pp.1、10。</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第9页｜文章一：研究方法（一）——总体技术路线</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第一篇的研究方法可以分成四步。先汇集电子能量损失谱、光吸收、质量分辨离子信号、散射计算和电子群测量；再为各类过程设定物理合理的阈值与能量依赖；随后在已有证据允许范围内，用纯气体及Ar、N2混合气的群参数调整部分幅值；最后借助MAGBOLTZ计算漂移与净反应参数，并用DEGRAD检验高能降能过程的W约束。不是所有通道都由同一组实验直接测得，也不是所有对比都属于完全独立验证。</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依据与图表来源：[1]§3.1-3.3、§4.1-4.6。</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第10页｜文章一：研究方法（二）——碰撞过程与截面集</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图2横轴为电子能量，纵轴为截面，均为对数坐标。黑色是总弹性和弹性动量转移加转动过程，绿色是振动和超弹性振动，蓝色是不同类型电子激发，红色是附着与电离。作者按碰撞类别求和来改善可读性，实际模型中包含多个激发通道。因此这张图适合讲整体能区分工，但不能从一条绿色曲线推断只有一个振动能级。接下来分别讨论阈值、形状和幅值是怎样被确定的。</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依据与图表来源：[1]图2及§3.1，原刊pp.2-4。</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第11页｜文章一：研究方法（三）——不同通道如何约束？</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这一页总结方法的核心：每类通道都应说明哪些信息被直接固定、哪些由模型假设给出、哪些再由群数据调整。弹性低能区借鉴偶极散射，高能区转向独立原子近似；振动有六组65到443 meV的能损阈值和约1、7.6 eV的振动共振，但绝对幅值约束仍不足；附着谱形由低能离子信号等提供，幅值由群参数约束，且不同能区可补偿。电子激发和电离还需满足合理高能损失行为。这里的31 eV/离子对是作者设定的渐近W目标，不应写成独立新测量。</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依据与图表来源：[1]图2、表1-2、§3.1、§4.6。</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第12页｜文章一：研究方法（四）——实验与模拟怎样对接？</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实验部分采用脉冲Townsend方法获得电子电流，再由理论电流模型拟合提取体漂移速度和按数密度归一化的有效电离速率系数。文中新增377 Pa纯气体测量以扩展较高场区。模拟方面，MAGBOLTZ基于截面进行Monte Carlo计算，生成同类型电子群参数，再比较纯气体及Ar、N2稀释条件。DEGRAD用于另一层面的高能降能与W值检查，这一步关闭附着。不能把示例中其他PT论文的仪器或评估模型创新直接归给本文；本文重点在截面集构建及一致性，而不是声称发明了新的PT装置。</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依据与图表来源：[1]§2、§3.2-3.3，原刊pp.2、4-7。</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第13页｜文章一：结果与验证（一）——纯气体</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左图比较纯C4F7N的体漂移速度，右图比较按数密度归一化的有效电离速率系数。新测量377 Pa数据扩展了较高场区；作者认为超过约1050 Td的偏离很可能与测量评估和带宽问题有关。右图零线交点对应净电子生成率为零，作者引用的实验临界约化场为975±15 Td，计算能够很好复现。还应提醒听众，图3的2%误差条是作者为展示符合程度任意设定的，不能将它作为完整精度声明。群参数也参与了截面调整，因此宜称一致性检验，不能把所有图都当作完全独立盲验证。</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依据与图表来源：[1]图3-4、§3.2、§4.1，原刊pp.4-7。</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第14页｜文章一：结果与验证（二）——稀释混合气</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这页对比Ar和N2稀释条件下的体漂移速度。稀释气改变电子能量分布，使C4F7N不同通道的影响被重新加权，所以混合气不是简单重复纯气体实验。作者认为Ar混合气在所提供场区主要约束弹性动量转移通道；N2混合气整体偏差约在图示5%范围内。不过这些误差条同样为展示符合程度而设定，不能理解为所有实验的真实统一不确定度。作者还指出缺少覆盖负微分电导区的Ar数据，使振动绝对幅值仍难以直接由群数据固定。</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依据与图表来源：[1]图5、图7、§3.2、§4.1-4.2，原刊pp.5-9。</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第15页｜文章一：主要结论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第一篇的主要结论有三点。其一，构建了涵盖弹性、振动、附着、电子激发和电离的C4F7N截面集，并在相关Monte Carlo工具中实现，文中也说明数据库可用性。其二，所计算的漂移和有效反应参数与主要群数据表现出良好一致性，纯气体实验临界场也可复现，但部分低浓度混合气依然有差异。其三，通过理论能量依赖和能量损失约束扩展了高能适用性，而低能绝对数据仍不足。这些是作者实际完成的结论；不宜升级为所有分通道都唯一准确或所有应用已验证。</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依据与图表来源：[1]§3.2、§5，原刊pp.4-7、10。</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第16页｜文章一：创新点与贡献</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我认为应把第一篇的创新讲到具体改进上，而不是说“用了Monte Carlo就是创新”。第一，作者针对已有截面的物理形状和高能问题，把谱学、散射及理论边界与群数据结合；第二，补足高能激发和多重电离等损失过程，并以渐近W目标检查整体能量账；第三，将C4F7N数据落实到MAGBOLTZ和DEGRAD，为探测器等更宽能区计算提供基础。这些贡献主要属于截面数据构建、物理一致性和工具可用性，而不是首次提出Born、BEf或Monte Carlo理论。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依据与图表来源：[1]§1、§3-5。</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第17页｜文章一：局限与对本方向的思考</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图8给出N2混合气有效电离速率，不同浓度的计算与实验在场强依赖上仍有差异。现有证据既不能排除测量问题，也不能排除低能截面误差。低场实验难点是强附着使到达阳极的电子减少，信号边沿难分辨；减小间隙会受到测量带宽限制，降低气压又增大扩散和边界损失。作者还指出分子内振动重分配等过程没有纳入，因为数据不够。因此本文的意义是推进了物理约束下的完整截面集，但远没有终结低能数据研究。</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依据与图表来源：[1]图8、§4.2-4.3、§5，原刊pp.7-10。</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第18页｜文章二：研究背景与目标</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第二篇将作者已有轴对称流体模型扩展到曲线电极，使用AMReX嵌入边界表示圆柱与半球组合的针电极。这对于局部突起或针板结构十分重要，因为电极本身就会产生显著场增强。计算域沿两个方向均为16 mm，电极半径1 mm、总长3.4 mm，因此轴向有效间隙为12.6 mm。本页示意图仅说明结构和尺寸，不是仿真结果，也不按比例。作者先做空气正流注的代码间基准，再研究强附着气体的负流注。</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依据与图表来源：[2]§1.3、§3.1、§4.1，原刊pp.2-3、7-8。</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第19页｜文章二：研究方法（一）——流体模型</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电子通量由电场漂移和密度梯度扩散构成，电子数密度变化同时受到净电离、复合与光电离影响。正负离子由相应反应方程描述，电势由空间电荷通过泊松方程求解，再由电势梯度得到电场。文中使用局部场近似，将输运与反应系数写为局部E/N的函数。这里显示一般方程；第三组强附着气体比较不包含光电离和解附着，复合仅在少量正则化算例中加入。必须把一般模型与实际比较工况的开关区分开。</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依据与图表来源：[2]式(1)-(5)、§2及§4.4，原刊pp.2-3、11。</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第20页｜文章二：研究方法（二）——实现与基准</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嵌入边界会切割矩形网格，因此小切割单元带来额外的稳定性和守恒处理问题。作者特别强调椭圆算子本来按笛卡尔坐标定义，需要调整系数体现柱坐标度量项。空气正流注中与Afivo-streamer的长度等结果符合良好，说明数值实现经受了有价值的基准检验。强附着气体在电极附近还容易出现非物理密度累积，作者采用阈值转换负离子及部分算例中的缩放复合做正则化。代码一致性支持实现的可信度，但它不是混合气实际放电的独立实验验证。</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依据与图表来源：[2]图1、§3、§4.2-4.3，原刊pp.3-10。</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第21页｜文章二：研究方法（三）——工况和数据来源</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为公平解释结果，必须先固定比较标尺。作者在同一针板几何下比较SF6与三种CO2-C4F7N配比，并取SF6临界场的90%、80%、70%作为统一的背景场。它们对应约324.9、288.8、252.7 Td，并不是各混合气自身临界场的相同比例。第三组的初始电子和正离子数密度均为10的13次方每立方米，未含光电离与解附着。输运数据由蒙特卡洛和多项Boltzmann方法得到，C4F7N截面来自XJTUAETLab、对应Zhang等2023工作，CO2来自Biagi。不能把它说成使用了第一篇2026新截面。</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依据与图表来源：[2]§4.1、§4.4及参考文献[94]-[96]，原刊pp.7-8、11、28。</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第22页｜文章二：结果与分析（一）——90%背景场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先看最高一档背景场。黑、红、蓝分别代表SF6、10%和15% C4F7N配比，均跨越轴向有效间隙；青色20%配比没有达到相同长度，最终在平板前熄灭。因此在此工况下，增加到20%带来了明显更强的流注传播抑制。不能仅因为红蓝传播比黑色稍快，就将速度和完整绝缘性能简单划等号；还要考虑是否跨隙、背景场和后续阶段。青色曲线突然下降的原因将在重复流注头部分解释，不表示整个前沿倒退。</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依据与图表来源：[2]图9(a)、§4.4，原刊pp.11-13。</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第23页｜文章二：结果与分析（二）——80%背景场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在80%背景场下，SF6、10%和15%配比的流注依然到达平板，20%配比则熄灭。与最高场相比，SF6和15%配比在大部分传播阶段速度逐渐降低；当靠近平板时，镜像电荷造成的场增强会影响后段加速。因此“在背景场低于均匀场临界值时也能传播”并不矛盾，因为局部针尖和流注头的自洽场可远高于均匀背景场。该图有助于说明不能用一个均匀场零净增长阈值替代非均匀场传播过程。</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依据与图表来源：[2]图9(b)、图11(b)、§4.4，原刊pp.11-13。</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第24页｜文章二：结果与分析（三）——70%背景场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最低一档背景场最容易看出15%混合气与SF6的相近表现。10%配比仍能跨隙，而SF6、15%和20%配比都会熄灭。文中给出的熄灭时间约为SF6的6 ns、15%配比的5.4 ns和20%配比的3 ns；SF6与15%的熄灭长度也较相近。20%配比更早熄灭且传播较短，因此作者据此提出其介电表现可能优于SF6。这个结论必须保留“在本模型和所选针板负流注工况下”的限定，且流注跨隙并不等同于已经模拟完成后续火花或热击穿。</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依据与图表来源：[2]图9(c)、§4.4、§5，原刊pp.12-13、24-25。</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第25页｜文章二：结果与分析（四）——重复流注头</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上图是原文图14的电场分布，下图是图15的电子密度。强附着快速消耗通道电子，形成相对孤立的流注头，近电极又能形成新的头部。作者用最大场强所在位置z_max定义长度，L=z_max-3.4 mm。当新的头部场强超过旧头部时，全局最大值位置会切换，导致长度曲线跳变。这是一个指标定义和空间结构共同造成的现象，不能解释为前沿整体后退。作者还与Afivo-streamer比较了一个重复流注算例，但仍应对近电极正则化、网格和反应机理做敏感性审查。</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依据与图表来源：[2]图14-15、图32，§3.2、§4.4，原刊pp.4-7、11-16、22-23。</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第26页｜文章二：主要结论</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这一页单独归纳第二篇的结论，便于与方法和创新分开。四种气体在三档背景场下的跨隙和熄灭结果如表所示，背景场百分比始终相对SF6临界场。15%混合气与SF6不仅在是否跨隙上相同，在最低场下的熄灭长度和时间也较接近；20%混合气在三档背景场下均未跨隙。作者因此认为前者与SF6介电表现相近，后者可能更强。流注跨隙只是本模型关注的传播结果，不能直接升级为任意工程设备的击穿等级，也没有覆盖完整火花形成或热效应。</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依据与图表来源：[2]图9-11、§4.4、§5。</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第27页｜文章二：创新点与贡献</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第二篇的创新必须与其2024年前期工作区分开。本文自己明确说，已存在轴对称AMReX流注模型，这次扩展到曲线电极。因此贡献首先是嵌入边界几何及其轴对称椭圆算子的具体实现；其次是近电极非物理密度积累的处理讨论与代码间基准；最后是在统一针板工况下比较SF6及不同CO2-C4F7N比例，展示传播、熄灭和重复流注头的关系。重复头部在前人研究中已有报道，不能说本文首次发现。复合处理在本文部分算例中主要作为正则化手段，也不代表复合系数已被独立实验充分确定。</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依据与图表来源：[2]§1.3、§3、§4.4、§5。</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第28页｜综合思考：两篇文章怎样服务本研究方向？</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把两篇文章连在一起时，最重要的是尊重它们实际完成的工作。第一篇构建多源约束的新截面集，第二篇展示较早输运数据进入非均匀放电模型后的结果。第二篇发表得更早，未使用第一篇数据，因而不能用其流注结果宣称新截面已经通过放电应用验证。真正值得开展的是同模型条件下的新旧数据替换，区分输运数据差异与模型实现、初始条件或数值误差。如果仅替换截面就改变了配比排序，这会直接提示后续测量需要优先关注哪些通道。</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依据与图表来源：[1]§3-5；[2]§2、§4.1、§4.4。</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第29页｜后续思考：从微观获取到放电验证的研究路径</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建议将最小研究任务限定为一个可重复闭环。首先审计新旧截面的通道、阈值和单位，不能把文件格式差异当成物理差异。随后在同一求解框架、组分与温度条件下计算群参数，并核对体参数和通量参数、纵向与横向扩散等定义。最后选择一个已经验证的流注工况，只替换输入系数表，比较头部场、传播距离和熄灭时间。如果差异明显，再分别扰动附着、振动及电子激发通道，寻找对结论最敏感的能区；如果差异很小，则优先扩大工况，而不是声称新旧数据完全等价。</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依据与图表来源：依据[1]§3-5、[2]§2、§4；尚未执行该方案。</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wrap="square" lIns="13716" rIns="13716" tIns="13716" bIns="13716" anchor="t"/>
          <a:lstStyle/>
          <a:p>
            <a:pPr algn="l">
              <a:lnSpc>
                <a:spcPct val="112000"/>
              </a:lnSpc>
              <a:spcBef>
                <a:spcPts val="0"/>
              </a:spcBef>
              <a:spcAft>
                <a:spcPts val="0"/>
              </a:spcAft>
              <a:buNone/>
            </a:pPr>
            <a:r>
              <a:rPr sz="1400" b="0" lang="zh-CN" altLang="en-US">
                <a:solidFill>
                  <a:srgbClr val="000000"/>
                </a:solidFill>
                <a:latin typeface="SimHei"/>
                <a:ea typeface="SimHei"/>
                <a:cs typeface="SimHei"/>
              </a:rPr>
              <a:t>第30页｜参考文献与图表来源</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此页列出两篇核心文献的完整信息。图均直接裁自用户提供的论文，未重新计算或数字化重绘。第8页表格整理自第一篇表1，针板结构示意为汇报自绘而非仿真结果，研究方案均标明为建议。文中页码指原刊页码；上传PDF比原刊多一页平台封面。可编辑PPT的文本已统一指定SimHei，化学式和单位使用PPT原生上下标；附带PDF及整页图像兼容版以减少本机缺字体对阅读和放映的影响。</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依据与图表来源：[1]、[2]全文；图表来源详见各页备注。</a:t>
            </a:r>
          </a:p>
          <a:p>
            <a:pPr algn="l">
              <a:lnSpc>
                <a:spcPct val="112000"/>
              </a:lnSpc>
              <a:spcBef>
                <a:spcPts val="0"/>
              </a:spcBef>
              <a:spcAft>
                <a:spcPts val="0"/>
              </a:spcAft>
              <a:buNone/>
            </a:pPr>
          </a:p>
          <a:p>
            <a:pPr algn="l">
              <a:lnSpc>
                <a:spcPct val="112000"/>
              </a:lnSpc>
              <a:spcBef>
                <a:spcPts val="0"/>
              </a:spcBef>
              <a:spcAft>
                <a:spcPts val="0"/>
              </a:spcAft>
              <a:buNone/>
            </a:pPr>
            <a:r>
              <a:rPr sz="1400" b="0" lang="zh-CN" altLang="en-US">
                <a:solidFill>
                  <a:srgbClr val="000000"/>
                </a:solidFill>
                <a:latin typeface="SimHei"/>
                <a:ea typeface="SimHei"/>
                <a:cs typeface="SimHei"/>
              </a:rPr>
              <a:t>[1] Metting van Rijn M, Franck C M. Electron scattering cross sections of the fluoronitrile C4F7N. J. Phys. D: Appl. Phys. 59 (2026) 125201. DOI: 10.1088/1361-6463/ae4fd8.</a:t>
            </a:r>
          </a:p>
          <a:p>
            <a:pPr algn="l">
              <a:lnSpc>
                <a:spcPct val="112000"/>
              </a:lnSpc>
              <a:spcBef>
                <a:spcPts val="0"/>
              </a:spcBef>
              <a:spcAft>
                <a:spcPts val="0"/>
              </a:spcAft>
              <a:buNone/>
            </a:pPr>
            <a:r>
              <a:rPr sz="1400" b="0" lang="zh-CN" altLang="en-US">
                <a:solidFill>
                  <a:srgbClr val="000000"/>
                </a:solidFill>
                <a:latin typeface="SimHei"/>
                <a:ea typeface="SimHei"/>
                <a:cs typeface="SimHei"/>
              </a:rPr>
              <a:t>[2] Simonovic I, Bosnjakovic D, Dujko S. Axisymmetric fluid simulations of negative streamers in SF6 and in CO2-C4F7N mixtures in the pin-to-plane electrode configuration. Plasma Sources Sci. Technol. 34 (2025) 125004. DOI: 10.1088/1361-6595/ae2209.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xml"/><Relationship Id="rId3" Type="http://schemas.openxmlformats.org/officeDocument/2006/relationships/tags" Target="../tags/tag2.xml"/><Relationship Id="rId4" Type="http://schemas.openxmlformats.org/officeDocument/2006/relationships/tags" Target="../tags/tag3.xml"/><Relationship Id="rId5" Type="http://schemas.openxmlformats.org/officeDocument/2006/relationships/tags" Target="../tags/tag4.xml"/><Relationship Id="rId6" Type="http://schemas.openxmlformats.org/officeDocument/2006/relationships/tags" Target="../tags/tag5.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tags" Target="../tags/tag8.xml"/><Relationship Id="rId5" Type="http://schemas.openxmlformats.org/officeDocument/2006/relationships/tags" Target="../tags/tag9.xml"/><Relationship Id="rId6" Type="http://schemas.openxmlformats.org/officeDocument/2006/relationships/tags" Target="../tags/tag10.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1.xml"/><Relationship Id="rId3" Type="http://schemas.openxmlformats.org/officeDocument/2006/relationships/tags" Target="../tags/tag12.xml"/><Relationship Id="rId4" Type="http://schemas.openxmlformats.org/officeDocument/2006/relationships/tags" Target="../tags/tag13.xml"/><Relationship Id="rId5" Type="http://schemas.openxmlformats.org/officeDocument/2006/relationships/tags" Target="../tags/tag14.xml"/><Relationship Id="rId6" Type="http://schemas.openxmlformats.org/officeDocument/2006/relationships/tags" Target="../tags/tag15.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16.xml"/><Relationship Id="rId3" Type="http://schemas.openxmlformats.org/officeDocument/2006/relationships/tags" Target="../tags/tag17.xml"/><Relationship Id="rId4" Type="http://schemas.openxmlformats.org/officeDocument/2006/relationships/tags" Target="../tags/tag18.xml"/><Relationship Id="rId5" Type="http://schemas.openxmlformats.org/officeDocument/2006/relationships/tags" Target="../tags/tag19.xml"/><Relationship Id="rId6" Type="http://schemas.openxmlformats.org/officeDocument/2006/relationships/tags" Target="../tags/tag20.xml"/><Relationship Id="rId7" Type="http://schemas.openxmlformats.org/officeDocument/2006/relationships/tags" Target="../tags/tag2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22.xml"/><Relationship Id="rId3" Type="http://schemas.openxmlformats.org/officeDocument/2006/relationships/tags" Target="../tags/tag23.xml"/><Relationship Id="rId4" Type="http://schemas.openxmlformats.org/officeDocument/2006/relationships/tags" Target="../tags/tag24.xml"/><Relationship Id="rId5" Type="http://schemas.openxmlformats.org/officeDocument/2006/relationships/tags" Target="../tags/tag25.xml"/><Relationship Id="rId6" Type="http://schemas.openxmlformats.org/officeDocument/2006/relationships/tags" Target="../tags/tag26.xml"/><Relationship Id="rId7" Type="http://schemas.openxmlformats.org/officeDocument/2006/relationships/tags" Target="../tags/tag27.xml"/><Relationship Id="rId8" Type="http://schemas.openxmlformats.org/officeDocument/2006/relationships/tags" Target="../tags/tag28.xml"/><Relationship Id="rId9" Type="http://schemas.openxmlformats.org/officeDocument/2006/relationships/tags" Target="../tags/tag29.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0.xml"/><Relationship Id="rId3" Type="http://schemas.openxmlformats.org/officeDocument/2006/relationships/tags" Target="../tags/tag31.xml"/><Relationship Id="rId4" Type="http://schemas.openxmlformats.org/officeDocument/2006/relationships/tags" Target="../tags/tag32.xml"/><Relationship Id="rId5" Type="http://schemas.openxmlformats.org/officeDocument/2006/relationships/tags" Target="../tags/tag3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4.xml"/><Relationship Id="rId3" Type="http://schemas.openxmlformats.org/officeDocument/2006/relationships/tags" Target="../tags/tag35.xml"/><Relationship Id="rId4" Type="http://schemas.openxmlformats.org/officeDocument/2006/relationships/tags" Target="../tags/tag36.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37.xml"/><Relationship Id="rId3" Type="http://schemas.openxmlformats.org/officeDocument/2006/relationships/tags" Target="../tags/tag38.xml"/><Relationship Id="rId4" Type="http://schemas.openxmlformats.org/officeDocument/2006/relationships/tags" Target="../tags/tag39.xml"/><Relationship Id="rId5" Type="http://schemas.openxmlformats.org/officeDocument/2006/relationships/tags" Target="../tags/tag40.xml"/><Relationship Id="rId6" Type="http://schemas.openxmlformats.org/officeDocument/2006/relationships/tags" Target="../tags/tag41.xml"/><Relationship Id="rId7" Type="http://schemas.openxmlformats.org/officeDocument/2006/relationships/tags" Target="../tags/tag4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3.xml"/><Relationship Id="rId3" Type="http://schemas.openxmlformats.org/officeDocument/2006/relationships/tags" Target="../tags/tag44.xml"/><Relationship Id="rId4" Type="http://schemas.openxmlformats.org/officeDocument/2006/relationships/tags" Target="../tags/tag45.xml"/><Relationship Id="rId5" Type="http://schemas.openxmlformats.org/officeDocument/2006/relationships/tags" Target="../tags/tag46.xml"/><Relationship Id="rId6" Type="http://schemas.openxmlformats.org/officeDocument/2006/relationships/tags" Target="../tags/tag47.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ags" Target="../tags/tag52.xml"/><Relationship Id="rId3" Type="http://schemas.openxmlformats.org/officeDocument/2006/relationships/tags" Target="../tags/tag53.xml"/><Relationship Id="rId4" Type="http://schemas.openxmlformats.org/officeDocument/2006/relationships/tags" Target="../tags/tag54.xml"/><Relationship Id="rId5" Type="http://schemas.openxmlformats.org/officeDocument/2006/relationships/tags" Target="../tags/tag55.xml"/><Relationship Id="rId6" Type="http://schemas.openxmlformats.org/officeDocument/2006/relationships/tags" Target="../tags/tag56.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62.xml"/><Relationship Id="rId3" Type="http://schemas.openxmlformats.org/officeDocument/2006/relationships/tags" Target="../tags/tag63.xml"/><Relationship Id="rId4" Type="http://schemas.openxmlformats.org/officeDocument/2006/relationships/tags" Target="../tags/tag64.xml"/><Relationship Id="rId5" Type="http://schemas.openxmlformats.org/officeDocument/2006/relationships/tags" Target="../tags/tag65.xml"/><Relationship Id="rId6" Type="http://schemas.openxmlformats.org/officeDocument/2006/relationships/tags" Target="../tags/tag66.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67.xml"/><Relationship Id="rId3" Type="http://schemas.openxmlformats.org/officeDocument/2006/relationships/tags" Target="../tags/tag68.xml"/><Relationship Id="rId4" Type="http://schemas.openxmlformats.org/officeDocument/2006/relationships/tags" Target="../tags/tag69.xml"/><Relationship Id="rId5" Type="http://schemas.openxmlformats.org/officeDocument/2006/relationships/tags" Target="../tags/tag70.xml"/><Relationship Id="rId6" Type="http://schemas.openxmlformats.org/officeDocument/2006/relationships/tags" Target="../tags/tag7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72.xml"/><Relationship Id="rId3" Type="http://schemas.openxmlformats.org/officeDocument/2006/relationships/tags" Target="../tags/tag73.xml"/><Relationship Id="rId4" Type="http://schemas.openxmlformats.org/officeDocument/2006/relationships/tags" Target="../tags/tag74.xml"/><Relationship Id="rId5" Type="http://schemas.openxmlformats.org/officeDocument/2006/relationships/tags" Target="../tags/tag75.xml"/><Relationship Id="rId6" Type="http://schemas.openxmlformats.org/officeDocument/2006/relationships/tags" Target="../tags/tag7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77.xml"/><Relationship Id="rId3" Type="http://schemas.openxmlformats.org/officeDocument/2006/relationships/tags" Target="../tags/tag78.xml"/><Relationship Id="rId4" Type="http://schemas.openxmlformats.org/officeDocument/2006/relationships/tags" Target="../tags/tag79.xml"/><Relationship Id="rId5" Type="http://schemas.openxmlformats.org/officeDocument/2006/relationships/tags" Target="../tags/tag80.xml"/><Relationship Id="rId6" Type="http://schemas.openxmlformats.org/officeDocument/2006/relationships/tags" Target="../tags/tag81.xml"/><Relationship Id="rId7" Type="http://schemas.openxmlformats.org/officeDocument/2006/relationships/tags" Target="../tags/tag8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83.xml"/><Relationship Id="rId3" Type="http://schemas.openxmlformats.org/officeDocument/2006/relationships/tags" Target="../tags/tag84.xml"/><Relationship Id="rId4" Type="http://schemas.openxmlformats.org/officeDocument/2006/relationships/tags" Target="../tags/tag85.xml"/><Relationship Id="rId5" Type="http://schemas.openxmlformats.org/officeDocument/2006/relationships/tags" Target="../tags/tag86.xml"/><Relationship Id="rId6" Type="http://schemas.openxmlformats.org/officeDocument/2006/relationships/tags" Target="../tags/tag87.xml"/><Relationship Id="rId7" Type="http://schemas.openxmlformats.org/officeDocument/2006/relationships/tags" Target="../tags/tag88.xml"/><Relationship Id="rId8" Type="http://schemas.openxmlformats.org/officeDocument/2006/relationships/tags" Target="../tags/tag89.xml"/><Relationship Id="rId9" Type="http://schemas.openxmlformats.org/officeDocument/2006/relationships/tags" Target="../tags/tag90.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91.xml"/><Relationship Id="rId3" Type="http://schemas.openxmlformats.org/officeDocument/2006/relationships/tags" Target="../tags/tag92.xml"/><Relationship Id="rId4" Type="http://schemas.openxmlformats.org/officeDocument/2006/relationships/tags" Target="../tags/tag93.xml"/><Relationship Id="rId5" Type="http://schemas.openxmlformats.org/officeDocument/2006/relationships/tags" Target="../tags/tag94.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95.xml"/><Relationship Id="rId3" Type="http://schemas.openxmlformats.org/officeDocument/2006/relationships/tags" Target="../tags/tag96.xml"/><Relationship Id="rId4" Type="http://schemas.openxmlformats.org/officeDocument/2006/relationships/tags" Target="../tags/tag97.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98.xml"/><Relationship Id="rId3" Type="http://schemas.openxmlformats.org/officeDocument/2006/relationships/tags" Target="../tags/tag99.xml"/><Relationship Id="rId4" Type="http://schemas.openxmlformats.org/officeDocument/2006/relationships/tags" Target="../tags/tag100.xml"/><Relationship Id="rId5" Type="http://schemas.openxmlformats.org/officeDocument/2006/relationships/tags" Target="../tags/tag101.xml"/><Relationship Id="rId6" Type="http://schemas.openxmlformats.org/officeDocument/2006/relationships/tags" Target="../tags/tag102.xml"/><Relationship Id="rId7" Type="http://schemas.openxmlformats.org/officeDocument/2006/relationships/tags" Target="../tags/tag10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104.xml"/><Relationship Id="rId3" Type="http://schemas.openxmlformats.org/officeDocument/2006/relationships/tags" Target="../tags/tag105.xml"/><Relationship Id="rId4" Type="http://schemas.openxmlformats.org/officeDocument/2006/relationships/tags" Target="../tags/tag106.xml"/><Relationship Id="rId5" Type="http://schemas.openxmlformats.org/officeDocument/2006/relationships/tags" Target="../tags/tag107.xml"/><Relationship Id="rId6" Type="http://schemas.openxmlformats.org/officeDocument/2006/relationships/tags" Target="../tags/tag108.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109.xml"/><Relationship Id="rId3" Type="http://schemas.openxmlformats.org/officeDocument/2006/relationships/tags" Target="../tags/tag110.xml"/><Relationship Id="rId4" Type="http://schemas.openxmlformats.org/officeDocument/2006/relationships/tags" Target="../tags/tag111.xml"/><Relationship Id="rId5" Type="http://schemas.openxmlformats.org/officeDocument/2006/relationships/tags" Target="../tags/tag11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tags" Target="../tags/tag113.xml"/><Relationship Id="rId3" Type="http://schemas.openxmlformats.org/officeDocument/2006/relationships/tags" Target="../tags/tag114.xml"/><Relationship Id="rId4" Type="http://schemas.openxmlformats.org/officeDocument/2006/relationships/tags" Target="../tags/tag115.xml"/><Relationship Id="rId5" Type="http://schemas.openxmlformats.org/officeDocument/2006/relationships/tags" Target="../tags/tag116.xml"/><Relationship Id="rId6" Type="http://schemas.openxmlformats.org/officeDocument/2006/relationships/tags" Target="../tags/tag117.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918" y="914560"/>
            <a:ext cx="9800165" cy="2570850"/>
          </a:xfrm>
        </p:spPr>
        <p:txBody>
          <a:bodyPr lIns="90000" tIns="46800" rIns="90000" bIns="46800" anchor="b" anchorCtr="0">
            <a:normAutofit/>
          </a:bodyPr>
          <a:lstStyle>
            <a:lvl1pPr algn="ctr">
              <a:defRPr sz="6000"/>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918" y="3561023"/>
            <a:ext cx="9800165" cy="1472657"/>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835" indent="0" algn="ctr">
              <a:buNone/>
              <a:defRPr sz="1600"/>
            </a:lvl7pPr>
            <a:lvl8pPr marL="3201035" indent="0" algn="ctr">
              <a:buNone/>
              <a:defRPr sz="1600"/>
            </a:lvl8pPr>
            <a:lvl9pPr marL="3658235"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p:txBody>
          <a:bodyPr/>
          <a:lstStyle/>
          <a:p>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dirty="0">
                <a:sym typeface="SimHei"/>
              </a:rPr>
              <a:t>单击此处编辑母版标题样式</a:t>
            </a:r>
            <a:endParaRPr dirty="0">
              <a:sym typeface="SimHei"/>
            </a:endParaRPr>
          </a:p>
        </p:txBody>
      </p:sp>
      <p:sp>
        <p:nvSpPr>
          <p:cNvPr id="3" name="内容占位符 2"/>
          <p:cNvSpPr>
            <a:spLocks noGrp="1"/>
          </p:cNvSpPr>
          <p:nvPr>
            <p:ph idx="1"/>
            <p:custDataLst>
              <p:tags r:id="rId3"/>
            </p:custDataLst>
          </p:nvPr>
        </p:nvSpPr>
        <p:spPr>
          <a:xfrm>
            <a:off x="608460" y="1490661"/>
            <a:ext cx="10970280" cy="4760033"/>
          </a:xfrm>
        </p:spPr>
        <p:txBody>
          <a:bodyPr vert="horz" lIns="90000" tIns="46800" rIns="90000" bIns="4680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4" name="日期占位符 3"/>
          <p:cNvSpPr>
            <a:spLocks noGrp="1"/>
          </p:cNvSpPr>
          <p:nvPr>
            <p:ph type="dt" sz="half" idx="10"/>
            <p:custDataLst>
              <p:tags r:id="rId4"/>
            </p:custDataLst>
          </p:nvPr>
        </p:nvSpPr>
        <p:spPr/>
        <p:txBody>
          <a:bodyPr/>
          <a:lstStyle/>
          <a:p>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996" y="3849073"/>
            <a:ext cx="7769565" cy="766934"/>
          </a:xfrm>
        </p:spPr>
        <p:txBody>
          <a:bodyPr lIns="90000" tIns="46800" rIns="90000" bIns="46800" anchor="b" anchorCtr="0">
            <a:normAutofit/>
          </a:bodyPr>
          <a:lstStyle>
            <a:lvl1pPr>
              <a:defRPr sz="4400"/>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996" y="4616007"/>
            <a:ext cx="7769565" cy="867751"/>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835" indent="0">
              <a:buNone/>
              <a:defRPr sz="1600">
                <a:solidFill>
                  <a:schemeClr val="tx1">
                    <a:tint val="75000"/>
                  </a:schemeClr>
                </a:solidFill>
              </a:defRPr>
            </a:lvl7pPr>
            <a:lvl8pPr marL="3201035" indent="0">
              <a:buNone/>
              <a:defRPr sz="1600">
                <a:solidFill>
                  <a:schemeClr val="tx1">
                    <a:tint val="75000"/>
                  </a:schemeClr>
                </a:solidFill>
              </a:defRPr>
            </a:lvl8pPr>
            <a:lvl9pPr marL="3658235"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dirty="0">
                <a:sym typeface="SimHei"/>
              </a:rPr>
              <a:t>单击此处编辑母版标题样式</a:t>
            </a:r>
            <a:endParaRPr dirty="0">
              <a:sym typeface="SimHei"/>
            </a:endParaRPr>
          </a:p>
        </p:txBody>
      </p:sp>
      <p:sp>
        <p:nvSpPr>
          <p:cNvPr id="3" name="内容占位符 2"/>
          <p:cNvSpPr>
            <a:spLocks noGrp="1"/>
          </p:cNvSpPr>
          <p:nvPr>
            <p:ph sz="half" idx="1"/>
            <p:custDataLst>
              <p:tags r:id="rId3"/>
            </p:custDataLst>
          </p:nvPr>
        </p:nvSpPr>
        <p:spPr>
          <a:xfrm>
            <a:off x="608460" y="1501463"/>
            <a:ext cx="5177310" cy="4749231"/>
          </a:xfrm>
        </p:spPr>
        <p:txBody>
          <a:bodyPr vert="horz" lIns="90000" tIns="46800" rIns="90000" bIns="4680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4" name="内容占位符 3"/>
          <p:cNvSpPr>
            <a:spLocks noGrp="1"/>
          </p:cNvSpPr>
          <p:nvPr>
            <p:ph sz="half" idx="2"/>
            <p:custDataLst>
              <p:tags r:id="rId4"/>
            </p:custDataLst>
          </p:nvPr>
        </p:nvSpPr>
        <p:spPr>
          <a:xfrm>
            <a:off x="6412231" y="1501463"/>
            <a:ext cx="5177310" cy="4749231"/>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dirty="0">
                <a:sym typeface="SimHei"/>
              </a:rPr>
              <a:t>单击此处编辑母版标题样式</a:t>
            </a:r>
            <a:endParaRPr dirty="0">
              <a:sym typeface="SimHei"/>
            </a:endParaRPr>
          </a:p>
        </p:txBody>
      </p:sp>
      <p:sp>
        <p:nvSpPr>
          <p:cNvPr id="3" name="文本占位符 2"/>
          <p:cNvSpPr>
            <a:spLocks noGrp="1"/>
          </p:cNvSpPr>
          <p:nvPr>
            <p:ph type="body" idx="1" hasCustomPrompt="1"/>
            <p:custDataLst>
              <p:tags r:id="rId3"/>
            </p:custDataLst>
          </p:nvPr>
        </p:nvSpPr>
        <p:spPr>
          <a:xfrm>
            <a:off x="608460" y="1429450"/>
            <a:ext cx="5342926" cy="381666"/>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835" indent="0">
              <a:buNone/>
              <a:defRPr sz="1600" b="1"/>
            </a:lvl7pPr>
            <a:lvl8pPr marL="3201035" indent="0">
              <a:buNone/>
              <a:defRPr sz="1600" b="1"/>
            </a:lvl8pPr>
            <a:lvl9pPr marL="3658235"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60" y="1854325"/>
            <a:ext cx="5342926" cy="4396369"/>
          </a:xfrm>
        </p:spPr>
        <p:txBody>
          <a:bodyPr vert="horz" lIns="101600" tIns="0" rIns="82550" bIns="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5" name="文本占位符 4"/>
          <p:cNvSpPr>
            <a:spLocks noGrp="1"/>
          </p:cNvSpPr>
          <p:nvPr>
            <p:ph type="body" sz="quarter" idx="3" hasCustomPrompt="1"/>
            <p:custDataLst>
              <p:tags r:id="rId5"/>
            </p:custDataLst>
          </p:nvPr>
        </p:nvSpPr>
        <p:spPr>
          <a:xfrm>
            <a:off x="6236365" y="1421977"/>
            <a:ext cx="5342926" cy="381666"/>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835" indent="0">
              <a:buNone/>
              <a:defRPr sz="1600" b="1"/>
            </a:lvl7pPr>
            <a:lvl8pPr marL="3201035" indent="0">
              <a:buNone/>
              <a:defRPr sz="1600" b="1"/>
            </a:lvl8pPr>
            <a:lvl9pPr marL="3658235" indent="0">
              <a:buNone/>
              <a:defRPr sz="1600" b="1"/>
            </a:lvl9pPr>
          </a:lstStyle>
          <a:p>
            <a:pPr lvl="0"/>
            <a:r>
              <a:rPr>
                <a:sym typeface="SimHei"/>
              </a:rPr>
              <a:t>单击此处编辑文本</a:t>
            </a:r>
            <a:endParaRPr>
              <a:sym typeface="SimHei"/>
            </a:endParaRPr>
          </a:p>
        </p:txBody>
      </p:sp>
      <p:sp>
        <p:nvSpPr>
          <p:cNvPr id="6" name="内容占位符 5"/>
          <p:cNvSpPr>
            <a:spLocks noGrp="1"/>
          </p:cNvSpPr>
          <p:nvPr>
            <p:ph sz="quarter" idx="4"/>
            <p:custDataLst>
              <p:tags r:id="rId6"/>
            </p:custDataLst>
          </p:nvPr>
        </p:nvSpPr>
        <p:spPr>
          <a:xfrm>
            <a:off x="6236365" y="1854325"/>
            <a:ext cx="5342926" cy="4396369"/>
          </a:xfrm>
        </p:spPr>
        <p:txBody>
          <a:bodyPr vert="horz" lIns="101600" tIns="0" rIns="82550" bIns="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7" name="日期占位符 6"/>
          <p:cNvSpPr>
            <a:spLocks noGrp="1"/>
          </p:cNvSpPr>
          <p:nvPr>
            <p:ph type="dt" sz="half" idx="10"/>
            <p:custDataLst>
              <p:tags r:id="rId7"/>
            </p:custDataLst>
          </p:nvPr>
        </p:nvSpPr>
        <p:spPr/>
        <p:txBody>
          <a:bodyPr/>
          <a:lstStyle/>
          <a:p>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a:sym typeface="SimHei"/>
              </a:rPr>
              <a:t>单击此处编辑母版标题样式</a:t>
            </a:r>
            <a:endParaRPr>
              <a:sym typeface="SimHei"/>
            </a:endParaRPr>
          </a:p>
        </p:txBody>
      </p:sp>
      <p:sp>
        <p:nvSpPr>
          <p:cNvPr id="3" name="日期占位符 2"/>
          <p:cNvSpPr>
            <a:spLocks noGrp="1"/>
          </p:cNvSpPr>
          <p:nvPr>
            <p:ph type="dt" sz="half" idx="10"/>
            <p:custDataLst>
              <p:tags r:id="rId3"/>
            </p:custDataLst>
          </p:nvPr>
        </p:nvSpPr>
        <p:spPr/>
        <p:txBody>
          <a:bodyPr/>
          <a:lstStyle/>
          <a:p>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5" name="Rectangle 68"/>
          <p:cNvSpPr>
            <a:spLocks noChangeArrowheads="1"/>
          </p:cNvSpPr>
          <p:nvPr userDrawn="1"/>
        </p:nvSpPr>
        <p:spPr bwMode="auto">
          <a:xfrm>
            <a:off x="0" y="647700"/>
            <a:ext cx="12192000" cy="44450"/>
          </a:xfrm>
          <a:prstGeom prst="rect">
            <a:avLst/>
          </a:prstGeom>
          <a:gradFill flip="none" rotWithShape="1">
            <a:gsLst>
              <a:gs pos="87000">
                <a:srgbClr val="0033CC"/>
              </a:gs>
              <a:gs pos="1000">
                <a:srgbClr val="C00000"/>
              </a:gs>
              <a:gs pos="0">
                <a:srgbClr val="C00000"/>
              </a:gs>
            </a:gsLst>
            <a:lin ang="0" scaled="1"/>
            <a:tileRect/>
          </a:gradFill>
          <a:ln w="9525">
            <a:noFill/>
            <a:miter lim="800000"/>
          </a:ln>
        </p:spPr>
        <p:txBody>
          <a:bodyPr wrap="none" anchor="ctr"/>
          <a:lstStyle>
            <a:lvl1pPr>
              <a:defRPr kumimoji="1" sz="2400" b="1">
                <a:solidFill>
                  <a:schemeClr val="tx1"/>
                </a:solidFill>
                <a:latin typeface="SimHei" panose="02020603050405020304" pitchFamily="18" charset="0"/>
                <a:ea typeface="SimHei" panose="02010609030101010101" pitchFamily="49" charset="-122"/>
              </a:defRPr>
            </a:lvl1pPr>
            <a:lvl2pPr marL="742950" indent="-285750">
              <a:defRPr kumimoji="1" sz="2400" b="1">
                <a:solidFill>
                  <a:schemeClr val="tx1"/>
                </a:solidFill>
                <a:latin typeface="SimHei" panose="02020603050405020304" pitchFamily="18" charset="0"/>
                <a:ea typeface="SimHei" panose="02010609030101010101" pitchFamily="49" charset="-122"/>
              </a:defRPr>
            </a:lvl2pPr>
            <a:lvl3pPr marL="1143000" indent="-228600">
              <a:defRPr kumimoji="1" sz="2400" b="1">
                <a:solidFill>
                  <a:schemeClr val="tx1"/>
                </a:solidFill>
                <a:latin typeface="SimHei" panose="02020603050405020304" pitchFamily="18" charset="0"/>
                <a:ea typeface="SimHei" panose="02010609030101010101" pitchFamily="49" charset="-122"/>
              </a:defRPr>
            </a:lvl3pPr>
            <a:lvl4pPr marL="1600200" indent="-228600">
              <a:defRPr kumimoji="1" sz="2400" b="1">
                <a:solidFill>
                  <a:schemeClr val="tx1"/>
                </a:solidFill>
                <a:latin typeface="SimHei" panose="02020603050405020304" pitchFamily="18" charset="0"/>
                <a:ea typeface="SimHei" panose="02010609030101010101" pitchFamily="49" charset="-122"/>
              </a:defRPr>
            </a:lvl4pPr>
            <a:lvl5pPr marL="2057400" indent="-228600">
              <a:defRPr kumimoji="1" sz="2400" b="1">
                <a:solidFill>
                  <a:schemeClr val="tx1"/>
                </a:solidFill>
                <a:latin typeface="SimHei" panose="02020603050405020304" pitchFamily="18" charset="0"/>
                <a:ea typeface="SimHei" panose="02010609030101010101" pitchFamily="49" charset="-122"/>
              </a:defRPr>
            </a:lvl5pPr>
            <a:lvl6pPr marL="25146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6pPr>
            <a:lvl7pPr marL="29718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7pPr>
            <a:lvl8pPr marL="34290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8pPr>
            <a:lvl9pPr marL="38862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9pPr>
          </a:lstStyle>
          <a:p>
            <a:pPr algn="ctr" eaLnBrk="1" hangingPunct="1">
              <a:defRPr/>
            </a:pPr>
            <a:endParaRPr lang="zh-CN" altLang="en-US" sz="24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60" y="1555472"/>
            <a:ext cx="5233593" cy="4608807"/>
          </a:xfrm>
        </p:spPr>
        <p:txBody>
          <a:bodyPr vert="horz" lIns="90000" tIns="46800" rIns="90000" bIns="46800" rtlCol="0">
            <a:normAutofit/>
          </a:bodyPr>
          <a:lstStyle>
            <a:lvl1pPr>
              <a:buNone/>
              <a:defRPr sz="1600"/>
            </a:lvl1pPr>
          </a:lstStyle>
          <a:p>
            <a:pPr lvl="0"/>
            <a:endParaRPr dirty="0">
              <a:sym typeface="SimHei"/>
            </a:endParaRPr>
          </a:p>
        </p:txBody>
      </p:sp>
      <p:sp>
        <p:nvSpPr>
          <p:cNvPr id="4" name="文本占位符 3"/>
          <p:cNvSpPr>
            <a:spLocks noGrp="1"/>
          </p:cNvSpPr>
          <p:nvPr>
            <p:ph type="body" sz="half" idx="2"/>
            <p:custDataLst>
              <p:tags r:id="rId3"/>
            </p:custDataLst>
          </p:nvPr>
        </p:nvSpPr>
        <p:spPr>
          <a:xfrm>
            <a:off x="6351025" y="1555472"/>
            <a:ext cx="5227715" cy="4608807"/>
          </a:xfrm>
        </p:spPr>
        <p:txBody>
          <a:bodyPr vert="horz" lIns="90000" tIns="46800" rIns="90000" bIns="46800" rtlCol="0">
            <a:normAutofit/>
          </a:bodyPr>
          <a:lstStyle>
            <a:lvl1pPr>
              <a:buNone/>
              <a:defRPr sz="1600"/>
            </a:lvl1pPr>
          </a:lstStyle>
          <a:p>
            <a:pPr lvl="0"/>
            <a:r>
              <a:rPr dirty="0">
                <a:sym typeface="SimHei"/>
              </a:rPr>
              <a:t>单击此处编辑母版文本样式</a:t>
            </a:r>
            <a:endParaRPr dirty="0">
              <a:sym typeface="SimHei"/>
            </a:endParaRPr>
          </a:p>
        </p:txBody>
      </p:sp>
      <p:sp>
        <p:nvSpPr>
          <p:cNvPr id="5" name="日期占位符 4"/>
          <p:cNvSpPr>
            <a:spLocks noGrp="1"/>
          </p:cNvSpPr>
          <p:nvPr>
            <p:ph type="dt" sz="half" idx="10"/>
            <p:custDataLst>
              <p:tags r:id="rId4"/>
            </p:custDataLst>
          </p:nvPr>
        </p:nvSpPr>
        <p:spPr/>
        <p:txBody>
          <a:bodyPr/>
          <a:lstStyle/>
          <a:p>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5808" y="914560"/>
            <a:ext cx="1044103" cy="5030080"/>
          </a:xfrm>
        </p:spPr>
        <p:txBody>
          <a:bodyPr vert="eaVert" lIns="90000" tIns="46800" rIns="90000" bIns="46800" rtlCol="0" anchor="ctr" anchorCtr="0">
            <a:normAutofit/>
          </a:bodyPr>
          <a:lstStyle>
            <a:lvl1pPr>
              <a:buNone/>
              <a:defRPr sz="2800"/>
            </a:lvl1pPr>
          </a:lstStyle>
          <a:p>
            <a:pPr lvl="0"/>
            <a:r>
              <a:rPr dirty="0">
                <a:sym typeface="SimHei"/>
              </a:rPr>
              <a:t>单击此处编辑标题</a:t>
            </a:r>
            <a:endParaRPr dirty="0">
              <a:sym typeface="SimHei"/>
            </a:endParaRPr>
          </a:p>
        </p:txBody>
      </p:sp>
      <p:sp>
        <p:nvSpPr>
          <p:cNvPr id="3" name="竖排文字占位符 2"/>
          <p:cNvSpPr>
            <a:spLocks noGrp="1"/>
          </p:cNvSpPr>
          <p:nvPr>
            <p:ph type="body" orient="vert" idx="1"/>
            <p:custDataLst>
              <p:tags r:id="rId3"/>
            </p:custDataLst>
          </p:nvPr>
        </p:nvSpPr>
        <p:spPr>
          <a:xfrm>
            <a:off x="914490" y="914560"/>
            <a:ext cx="9170103" cy="503008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60" y="774136"/>
            <a:ext cx="10973880" cy="548376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6" name="Rectangle 68"/>
          <p:cNvSpPr>
            <a:spLocks noChangeArrowheads="1"/>
          </p:cNvSpPr>
          <p:nvPr userDrawn="1"/>
        </p:nvSpPr>
        <p:spPr bwMode="auto">
          <a:xfrm>
            <a:off x="0" y="647700"/>
            <a:ext cx="12192000" cy="44450"/>
          </a:xfrm>
          <a:prstGeom prst="rect">
            <a:avLst/>
          </a:prstGeom>
          <a:gradFill flip="none" rotWithShape="1">
            <a:gsLst>
              <a:gs pos="87000">
                <a:srgbClr val="0033CC"/>
              </a:gs>
              <a:gs pos="1000">
                <a:srgbClr val="C00000"/>
              </a:gs>
              <a:gs pos="0">
                <a:srgbClr val="C00000"/>
              </a:gs>
            </a:gsLst>
            <a:lin ang="0" scaled="1"/>
            <a:tileRect/>
          </a:gradFill>
          <a:ln w="9525">
            <a:noFill/>
            <a:miter lim="800000"/>
          </a:ln>
        </p:spPr>
        <p:txBody>
          <a:bodyPr wrap="none" anchor="ctr"/>
          <a:lstStyle>
            <a:lvl1pPr>
              <a:defRPr kumimoji="1" sz="2400" b="1">
                <a:solidFill>
                  <a:schemeClr val="tx1"/>
                </a:solidFill>
                <a:latin typeface="SimHei" panose="02020603050405020304" pitchFamily="18" charset="0"/>
                <a:ea typeface="SimHei" panose="02010609030101010101" pitchFamily="49" charset="-122"/>
              </a:defRPr>
            </a:lvl1pPr>
            <a:lvl2pPr marL="742950" indent="-285750">
              <a:defRPr kumimoji="1" sz="2400" b="1">
                <a:solidFill>
                  <a:schemeClr val="tx1"/>
                </a:solidFill>
                <a:latin typeface="SimHei" panose="02020603050405020304" pitchFamily="18" charset="0"/>
                <a:ea typeface="SimHei" panose="02010609030101010101" pitchFamily="49" charset="-122"/>
              </a:defRPr>
            </a:lvl2pPr>
            <a:lvl3pPr marL="1143000" indent="-228600">
              <a:defRPr kumimoji="1" sz="2400" b="1">
                <a:solidFill>
                  <a:schemeClr val="tx1"/>
                </a:solidFill>
                <a:latin typeface="SimHei" panose="02020603050405020304" pitchFamily="18" charset="0"/>
                <a:ea typeface="SimHei" panose="02010609030101010101" pitchFamily="49" charset="-122"/>
              </a:defRPr>
            </a:lvl3pPr>
            <a:lvl4pPr marL="1600200" indent="-228600">
              <a:defRPr kumimoji="1" sz="2400" b="1">
                <a:solidFill>
                  <a:schemeClr val="tx1"/>
                </a:solidFill>
                <a:latin typeface="SimHei" panose="02020603050405020304" pitchFamily="18" charset="0"/>
                <a:ea typeface="SimHei" panose="02010609030101010101" pitchFamily="49" charset="-122"/>
              </a:defRPr>
            </a:lvl4pPr>
            <a:lvl5pPr marL="2057400" indent="-228600">
              <a:defRPr kumimoji="1" sz="2400" b="1">
                <a:solidFill>
                  <a:schemeClr val="tx1"/>
                </a:solidFill>
                <a:latin typeface="SimHei" panose="02020603050405020304" pitchFamily="18" charset="0"/>
                <a:ea typeface="SimHei" panose="02010609030101010101" pitchFamily="49" charset="-122"/>
              </a:defRPr>
            </a:lvl5pPr>
            <a:lvl6pPr marL="25146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6pPr>
            <a:lvl7pPr marL="29718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7pPr>
            <a:lvl8pPr marL="34290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8pPr>
            <a:lvl9pPr marL="38862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9pPr>
          </a:lstStyle>
          <a:p>
            <a:pPr algn="ctr" eaLnBrk="1" hangingPunct="1">
              <a:defRPr/>
            </a:pPr>
            <a:endParaRPr lang="zh-CN" altLang="en-US" sz="240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918" y="2484435"/>
            <a:ext cx="9800165" cy="1018978"/>
          </a:xfrm>
        </p:spPr>
        <p:txBody>
          <a:bodyPr vert="horz" lIns="90000" tIns="46800" rIns="90000" bIns="46800" rtlCol="0" anchor="t" anchorCtr="0">
            <a:normAutofit/>
          </a:bodyPr>
          <a:lstStyle>
            <a:lvl1pPr algn="ctr">
              <a:defRPr sz="6000"/>
            </a:lvl1pPr>
          </a:lstStyle>
          <a:p>
            <a:pPr lvl="0"/>
            <a:r>
              <a:rPr>
                <a:sym typeface="SimHei"/>
              </a:rPr>
              <a:t>单击此处编辑标题</a:t>
            </a:r>
            <a:endParaRPr>
              <a:sym typeface="SimHei"/>
            </a:endParaRPr>
          </a:p>
        </p:txBody>
      </p:sp>
      <p:sp>
        <p:nvSpPr>
          <p:cNvPr id="7" name="文本占位符 6"/>
          <p:cNvSpPr>
            <a:spLocks noGrp="1"/>
          </p:cNvSpPr>
          <p:nvPr>
            <p:ph type="body" sz="quarter" idx="13"/>
            <p:custDataLst>
              <p:tags r:id="rId6"/>
            </p:custDataLst>
          </p:nvPr>
        </p:nvSpPr>
        <p:spPr>
          <a:xfrm>
            <a:off x="1198918" y="3561023"/>
            <a:ext cx="9800165" cy="471683"/>
          </a:xfrm>
        </p:spPr>
        <p:txBody>
          <a:bodyPr lIns="90000" tIns="46800" rIns="90000" bIns="46800">
            <a:normAutofit/>
          </a:bodyPr>
          <a:lstStyle>
            <a:lvl1pPr algn="ctr">
              <a:lnSpc>
                <a:spcPct val="110000"/>
              </a:lnSpc>
              <a:buNone/>
              <a:defRPr sz="2400" spc="200"/>
            </a:lvl1pPr>
          </a:lstStyle>
          <a:p>
            <a:pPr lvl="0"/>
            <a:r>
              <a:rPr lang="zh-CN" altLang="en-US" dirty="0"/>
              <a:t>单击此处编辑母版文本样式</a:t>
            </a:r>
            <a:endParaRPr lang="zh-CN" alt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标题幻灯片">
    <p:bg>
      <p:bgPr>
        <a:solidFill>
          <a:schemeClr val="bg1"/>
        </a:solidFill>
        <a:effectLst/>
      </p:bgPr>
    </p:bg>
    <p:spTree>
      <p:nvGrpSpPr>
        <p:cNvPr id="1" name=""/>
        <p:cNvGrpSpPr/>
        <p:nvPr/>
      </p:nvGrpSpPr>
      <p:grpSpPr>
        <a:xfrm>
          <a:off x="0" y="0"/>
          <a:ext cx="0" cy="0"/>
          <a:chOff x="0" y="0"/>
          <a:chExt cx="0" cy="0"/>
        </a:xfrm>
      </p:grpSpPr>
      <p:grpSp>
        <p:nvGrpSpPr>
          <p:cNvPr id="4" name="组合 3"/>
          <p:cNvGrpSpPr/>
          <p:nvPr userDrawn="1"/>
        </p:nvGrpSpPr>
        <p:grpSpPr>
          <a:xfrm>
            <a:off x="394159" y="310888"/>
            <a:ext cx="682341" cy="539179"/>
            <a:chOff x="1801006" y="1526207"/>
            <a:chExt cx="1242672" cy="981947"/>
          </a:xfrm>
        </p:grpSpPr>
        <p:sp>
          <p:nvSpPr>
            <p:cNvPr id="5" name="矩形 4"/>
            <p:cNvSpPr/>
            <p:nvPr userDrawn="1"/>
          </p:nvSpPr>
          <p:spPr>
            <a:xfrm>
              <a:off x="2224301" y="1732937"/>
              <a:ext cx="819377" cy="695740"/>
            </a:xfrm>
            <a:prstGeom prst="rect">
              <a:avLst/>
            </a:prstGeom>
            <a:solidFill>
              <a:srgbClr val="89DFF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SimHei" panose="020B0604020202020204"/>
                <a:ea typeface="SimHei" panose="02010609060101010101" pitchFamily="49" charset="-122"/>
                <a:cs typeface="SimHei"/>
              </a:endParaRPr>
            </a:p>
          </p:txBody>
        </p:sp>
        <p:sp>
          <p:nvSpPr>
            <p:cNvPr id="6" name="任意多边形 13"/>
            <p:cNvSpPr/>
            <p:nvPr userDrawn="1"/>
          </p:nvSpPr>
          <p:spPr>
            <a:xfrm>
              <a:off x="1801006" y="1526207"/>
              <a:ext cx="1063935" cy="981947"/>
            </a:xfrm>
            <a:custGeom>
              <a:avLst/>
              <a:gdLst>
                <a:gd name="connsiteX0" fmla="*/ 0 w 2864941"/>
                <a:gd name="connsiteY0" fmla="*/ 0 h 981947"/>
                <a:gd name="connsiteX1" fmla="*/ 2864941 w 2864941"/>
                <a:gd name="connsiteY1" fmla="*/ 0 h 981947"/>
                <a:gd name="connsiteX2" fmla="*/ 2041802 w 2864941"/>
                <a:gd name="connsiteY2" fmla="*/ 981947 h 981947"/>
                <a:gd name="connsiteX3" fmla="*/ 0 w 2864941"/>
                <a:gd name="connsiteY3" fmla="*/ 981947 h 981947"/>
              </a:gdLst>
              <a:ahLst/>
              <a:cxnLst>
                <a:cxn ang="0">
                  <a:pos x="connsiteX0" y="connsiteY0"/>
                </a:cxn>
                <a:cxn ang="0">
                  <a:pos x="connsiteX1" y="connsiteY1"/>
                </a:cxn>
                <a:cxn ang="0">
                  <a:pos x="connsiteX2" y="connsiteY2"/>
                </a:cxn>
                <a:cxn ang="0">
                  <a:pos x="connsiteX3" y="connsiteY3"/>
                </a:cxn>
              </a:cxnLst>
              <a:rect l="l" t="t" r="r" b="b"/>
              <a:pathLst>
                <a:path w="2864941" h="981947">
                  <a:moveTo>
                    <a:pt x="0" y="0"/>
                  </a:moveTo>
                  <a:lnTo>
                    <a:pt x="2864941" y="0"/>
                  </a:lnTo>
                  <a:lnTo>
                    <a:pt x="2041802" y="981947"/>
                  </a:lnTo>
                  <a:lnTo>
                    <a:pt x="0" y="981947"/>
                  </a:lnTo>
                  <a:close/>
                </a:path>
              </a:pathLst>
            </a:custGeom>
            <a:solidFill>
              <a:srgbClr val="005AA6"/>
            </a:solidFill>
            <a:ln>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3000" b="1" i="0" u="none" strike="noStrike" kern="1200" cap="none" spc="0" normalizeH="0" baseline="0" noProof="0" dirty="0">
                <a:ln>
                  <a:noFill/>
                </a:ln>
                <a:solidFill>
                  <a:prstClr val="white"/>
                </a:solidFill>
                <a:effectLst/>
                <a:uLnTx/>
                <a:uFillTx/>
                <a:latin typeface="SimHei" panose="020B0604020202020204"/>
                <a:ea typeface="SimHei" panose="02010609060101010101" pitchFamily="49" charset="-122"/>
                <a:cs typeface="SimHei"/>
              </a:endParaRPr>
            </a:p>
          </p:txBody>
        </p:sp>
      </p:grpSp>
    </p:spTree>
  </p:cSld>
  <p:clrMapOvr>
    <a:masterClrMapping/>
  </p:clrMapOvr>
  <mc:AlternateContent xmlns:mc="http://schemas.openxmlformats.org/markup-compatibility/2006">
    <mc:Choice xmlns:p14="http://schemas.microsoft.com/office/powerpoint/2010/main" Requires="p14">
      <p:transition spd="slow" p14:dur="1500"/>
    </mc:Choice>
    <mc:Fallback>
      <p:transition spd="slow"/>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198918" y="914560"/>
            <a:ext cx="9800165" cy="2570850"/>
          </a:xfrm>
        </p:spPr>
        <p:txBody>
          <a:bodyPr lIns="90000" tIns="46800" rIns="90000" bIns="46800" anchor="b" anchorCtr="0">
            <a:normAutofit/>
          </a:bodyPr>
          <a:lstStyle>
            <a:lvl1pPr algn="ctr">
              <a:defRPr sz="6000"/>
            </a:lvl1pPr>
          </a:lstStyle>
          <a:p>
            <a:r>
              <a:rPr lang="zh-CN" altLang="en-US" dirty="0"/>
              <a:t>单击此处编辑标题</a:t>
            </a:r>
            <a:endParaRPr lang="zh-CN" altLang="en-US" dirty="0"/>
          </a:p>
        </p:txBody>
      </p:sp>
      <p:sp>
        <p:nvSpPr>
          <p:cNvPr id="3" name="副标题 2"/>
          <p:cNvSpPr>
            <a:spLocks noGrp="1"/>
          </p:cNvSpPr>
          <p:nvPr>
            <p:ph type="subTitle" idx="1" hasCustomPrompt="1"/>
            <p:custDataLst>
              <p:tags r:id="rId3"/>
            </p:custDataLst>
          </p:nvPr>
        </p:nvSpPr>
        <p:spPr>
          <a:xfrm>
            <a:off x="1198918" y="3561023"/>
            <a:ext cx="9800165" cy="1472657"/>
          </a:xfrm>
        </p:spPr>
        <p:txBody>
          <a:bodyPr lIns="90000" tIns="46800" rIns="90000" bIns="46800">
            <a:normAutofit/>
          </a:bodyPr>
          <a:lstStyle>
            <a:lvl1pPr marL="0" indent="0" algn="ctr">
              <a:lnSpc>
                <a:spcPct val="110000"/>
              </a:lnSpc>
              <a:buNone/>
              <a:defRPr sz="2400" spc="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835" indent="0" algn="ctr">
              <a:buNone/>
              <a:defRPr sz="1600"/>
            </a:lvl7pPr>
            <a:lvl8pPr marL="3201035" indent="0" algn="ctr">
              <a:buNone/>
              <a:defRPr sz="1600"/>
            </a:lvl8pPr>
            <a:lvl9pPr marL="3658235" indent="0" algn="ctr">
              <a:buNone/>
              <a:defRPr sz="1600"/>
            </a:lvl9pPr>
          </a:lstStyle>
          <a:p>
            <a:r>
              <a:rPr lang="zh-CN" altLang="en-US" dirty="0"/>
              <a:t>单击此处编辑副标题</a:t>
            </a:r>
            <a:endParaRPr lang="zh-CN" altLang="en-US" dirty="0"/>
          </a:p>
        </p:txBody>
      </p:sp>
      <p:sp>
        <p:nvSpPr>
          <p:cNvPr id="16" name="日期占位符 15"/>
          <p:cNvSpPr>
            <a:spLocks noGrp="1"/>
          </p:cNvSpPr>
          <p:nvPr>
            <p:ph type="dt" sz="half" idx="10"/>
            <p:custDataLst>
              <p:tags r:id="rId4"/>
            </p:custDataLst>
          </p:nvPr>
        </p:nvSpPr>
        <p:spPr/>
        <p:txBody>
          <a:bodyPr/>
          <a:lstStyle/>
          <a:p>
            <a:endParaRPr lang="zh-CN" altLang="en-US"/>
          </a:p>
        </p:txBody>
      </p:sp>
      <p:sp>
        <p:nvSpPr>
          <p:cNvPr id="17" name="页脚占位符 16"/>
          <p:cNvSpPr>
            <a:spLocks noGrp="1"/>
          </p:cNvSpPr>
          <p:nvPr>
            <p:ph type="ftr" sz="quarter" idx="11"/>
            <p:custDataLst>
              <p:tags r:id="rId5"/>
            </p:custDataLst>
          </p:nvPr>
        </p:nvSpPr>
        <p:spPr/>
        <p:txBody>
          <a:bodyPr/>
          <a:lstStyle/>
          <a:p>
            <a:endParaRPr lang="zh-CN" altLang="en-US" dirty="0"/>
          </a:p>
        </p:txBody>
      </p:sp>
      <p:sp>
        <p:nvSpPr>
          <p:cNvPr id="18" name="灯片编号占位符 17"/>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dirty="0">
                <a:sym typeface="SimHei"/>
              </a:rPr>
              <a:t>单击此处编辑母版标题样式</a:t>
            </a:r>
            <a:endParaRPr dirty="0">
              <a:sym typeface="SimHei"/>
            </a:endParaRPr>
          </a:p>
        </p:txBody>
      </p:sp>
      <p:sp>
        <p:nvSpPr>
          <p:cNvPr id="3" name="内容占位符 2"/>
          <p:cNvSpPr>
            <a:spLocks noGrp="1"/>
          </p:cNvSpPr>
          <p:nvPr>
            <p:ph idx="1"/>
            <p:custDataLst>
              <p:tags r:id="rId3"/>
            </p:custDataLst>
          </p:nvPr>
        </p:nvSpPr>
        <p:spPr>
          <a:xfrm>
            <a:off x="608460" y="1490661"/>
            <a:ext cx="10970280" cy="4760033"/>
          </a:xfrm>
        </p:spPr>
        <p:txBody>
          <a:bodyPr vert="horz" lIns="90000" tIns="46800" rIns="90000" bIns="4680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4" name="日期占位符 3"/>
          <p:cNvSpPr>
            <a:spLocks noGrp="1"/>
          </p:cNvSpPr>
          <p:nvPr>
            <p:ph type="dt" sz="half" idx="10"/>
            <p:custDataLst>
              <p:tags r:id="rId4"/>
            </p:custDataLst>
          </p:nvPr>
        </p:nvSpPr>
        <p:spPr/>
        <p:txBody>
          <a:bodyPr/>
          <a:lstStyle/>
          <a:p>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hasCustomPrompt="1"/>
            <p:custDataLst>
              <p:tags r:id="rId2"/>
            </p:custDataLst>
          </p:nvPr>
        </p:nvSpPr>
        <p:spPr>
          <a:xfrm>
            <a:off x="1990996" y="3849073"/>
            <a:ext cx="7769565" cy="766934"/>
          </a:xfrm>
        </p:spPr>
        <p:txBody>
          <a:bodyPr lIns="90000" tIns="46800" rIns="90000" bIns="46800" anchor="b" anchorCtr="0">
            <a:normAutofit/>
          </a:bodyPr>
          <a:lstStyle>
            <a:lvl1pPr>
              <a:defRPr sz="4400"/>
            </a:lvl1pPr>
          </a:lstStyle>
          <a:p>
            <a:r>
              <a:rPr lang="zh-CN" altLang="en-US" dirty="0"/>
              <a:t>单击此处编辑标题</a:t>
            </a:r>
            <a:endParaRPr lang="zh-CN" altLang="en-US" dirty="0"/>
          </a:p>
        </p:txBody>
      </p:sp>
      <p:sp>
        <p:nvSpPr>
          <p:cNvPr id="3" name="文本占位符 2"/>
          <p:cNvSpPr>
            <a:spLocks noGrp="1"/>
          </p:cNvSpPr>
          <p:nvPr>
            <p:ph type="body" idx="1" hasCustomPrompt="1"/>
            <p:custDataLst>
              <p:tags r:id="rId3"/>
            </p:custDataLst>
          </p:nvPr>
        </p:nvSpPr>
        <p:spPr>
          <a:xfrm>
            <a:off x="1990996" y="4616007"/>
            <a:ext cx="7769565" cy="867751"/>
          </a:xfrm>
        </p:spPr>
        <p:txBody>
          <a:bodyPr lIns="90000" tIns="46800" rIns="90000" bIns="46800">
            <a:normAutofit/>
          </a:bodyPr>
          <a:lstStyle>
            <a:lvl1pPr marL="0" indent="0">
              <a:buNone/>
              <a:defRPr sz="1800">
                <a:solidFill>
                  <a:schemeClr val="tx1">
                    <a:lumMod val="65000"/>
                    <a:lumOff val="35000"/>
                  </a:schemeClr>
                </a:solidFill>
              </a:defRPr>
            </a:lvl1pPr>
            <a:lvl2pPr marL="457200" indent="0">
              <a:buNone/>
              <a:defRPr sz="1600">
                <a:solidFill>
                  <a:schemeClr val="tx1">
                    <a:tint val="75000"/>
                  </a:schemeClr>
                </a:solidFill>
              </a:defRPr>
            </a:lvl2pPr>
            <a:lvl3pPr marL="914400" indent="0">
              <a:buNone/>
              <a:defRPr sz="16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835" indent="0">
              <a:buNone/>
              <a:defRPr sz="1600">
                <a:solidFill>
                  <a:schemeClr val="tx1">
                    <a:tint val="75000"/>
                  </a:schemeClr>
                </a:solidFill>
              </a:defRPr>
            </a:lvl7pPr>
            <a:lvl8pPr marL="3201035" indent="0">
              <a:buNone/>
              <a:defRPr sz="1600">
                <a:solidFill>
                  <a:schemeClr val="tx1">
                    <a:tint val="75000"/>
                  </a:schemeClr>
                </a:solidFill>
              </a:defRPr>
            </a:lvl8pPr>
            <a:lvl9pPr marL="3658235" indent="0">
              <a:buNone/>
              <a:defRPr sz="1600">
                <a:solidFill>
                  <a:schemeClr val="tx1">
                    <a:tint val="75000"/>
                  </a:schemeClr>
                </a:solidFill>
              </a:defRPr>
            </a:lvl9pPr>
          </a:lstStyle>
          <a:p>
            <a:pPr lvl="0"/>
            <a:r>
              <a:rPr lang="zh-CN" altLang="en-US" dirty="0"/>
              <a:t>单击此处编辑文本</a:t>
            </a:r>
            <a:endParaRPr lang="zh-CN" altLang="en-US" dirty="0"/>
          </a:p>
        </p:txBody>
      </p:sp>
      <p:sp>
        <p:nvSpPr>
          <p:cNvPr id="4" name="日期占位符 3"/>
          <p:cNvSpPr>
            <a:spLocks noGrp="1"/>
          </p:cNvSpPr>
          <p:nvPr>
            <p:ph type="dt" sz="half" idx="10"/>
            <p:custDataLst>
              <p:tags r:id="rId4"/>
            </p:custDataLst>
          </p:nvPr>
        </p:nvSpPr>
        <p:spPr/>
        <p:txBody>
          <a:bodyPr/>
          <a:lstStyle/>
          <a:p>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dirty="0">
                <a:sym typeface="SimHei"/>
              </a:rPr>
              <a:t>单击此处编辑母版标题样式</a:t>
            </a:r>
            <a:endParaRPr dirty="0">
              <a:sym typeface="SimHei"/>
            </a:endParaRPr>
          </a:p>
        </p:txBody>
      </p:sp>
      <p:sp>
        <p:nvSpPr>
          <p:cNvPr id="3" name="内容占位符 2"/>
          <p:cNvSpPr>
            <a:spLocks noGrp="1"/>
          </p:cNvSpPr>
          <p:nvPr>
            <p:ph sz="half" idx="1"/>
            <p:custDataLst>
              <p:tags r:id="rId3"/>
            </p:custDataLst>
          </p:nvPr>
        </p:nvSpPr>
        <p:spPr>
          <a:xfrm>
            <a:off x="608460" y="1501463"/>
            <a:ext cx="5177310" cy="4749231"/>
          </a:xfrm>
        </p:spPr>
        <p:txBody>
          <a:bodyPr vert="horz" lIns="90000" tIns="46800" rIns="90000" bIns="4680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4" name="内容占位符 3"/>
          <p:cNvSpPr>
            <a:spLocks noGrp="1"/>
          </p:cNvSpPr>
          <p:nvPr>
            <p:ph sz="half" idx="2"/>
            <p:custDataLst>
              <p:tags r:id="rId4"/>
            </p:custDataLst>
          </p:nvPr>
        </p:nvSpPr>
        <p:spPr>
          <a:xfrm>
            <a:off x="6412231" y="1501463"/>
            <a:ext cx="5177310" cy="4749231"/>
          </a:xfrm>
        </p:spPr>
        <p:txBody>
          <a:bodyPr lIns="90000" tIns="46800" rIns="90000" bIns="4680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custDataLst>
              <p:tags r:id="rId5"/>
            </p:custDataLst>
          </p:nvPr>
        </p:nvSpPr>
        <p:spPr/>
        <p:txBody>
          <a:bodyPr/>
          <a:lstStyle/>
          <a:p>
            <a:endParaRPr lang="zh-CN" altLang="en-US"/>
          </a:p>
        </p:txBody>
      </p:sp>
      <p:sp>
        <p:nvSpPr>
          <p:cNvPr id="6" name="页脚占位符 5"/>
          <p:cNvSpPr>
            <a:spLocks noGrp="1"/>
          </p:cNvSpPr>
          <p:nvPr>
            <p:ph type="ftr" sz="quarter" idx="11"/>
            <p:custDataLst>
              <p:tags r:id="rId6"/>
            </p:custDataLst>
          </p:nvPr>
        </p:nvSpPr>
        <p:spPr/>
        <p:txBody>
          <a:bodyPr/>
          <a:lstStyle/>
          <a:p>
            <a:endParaRPr lang="zh-CN" altLang="en-US"/>
          </a:p>
        </p:txBody>
      </p:sp>
      <p:sp>
        <p:nvSpPr>
          <p:cNvPr id="7" name="灯片编号占位符 6"/>
          <p:cNvSpPr>
            <a:spLocks noGrp="1"/>
          </p:cNvSpPr>
          <p:nvPr>
            <p:ph type="sldNum" sz="quarter" idx="12"/>
            <p:custDataLst>
              <p:tags r:id="rId7"/>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dirty="0">
                <a:sym typeface="SimHei"/>
              </a:rPr>
              <a:t>单击此处编辑母版标题样式</a:t>
            </a:r>
            <a:endParaRPr dirty="0">
              <a:sym typeface="SimHei"/>
            </a:endParaRPr>
          </a:p>
        </p:txBody>
      </p:sp>
      <p:sp>
        <p:nvSpPr>
          <p:cNvPr id="3" name="文本占位符 2"/>
          <p:cNvSpPr>
            <a:spLocks noGrp="1"/>
          </p:cNvSpPr>
          <p:nvPr>
            <p:ph type="body" idx="1" hasCustomPrompt="1"/>
            <p:custDataLst>
              <p:tags r:id="rId3"/>
            </p:custDataLst>
          </p:nvPr>
        </p:nvSpPr>
        <p:spPr>
          <a:xfrm>
            <a:off x="608460" y="1429450"/>
            <a:ext cx="5342926" cy="381666"/>
          </a:xfrm>
        </p:spPr>
        <p:txBody>
          <a:bodyPr lIns="101600" tIns="38100" rIns="76200" bIns="3810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835" indent="0">
              <a:buNone/>
              <a:defRPr sz="1600" b="1"/>
            </a:lvl7pPr>
            <a:lvl8pPr marL="3201035" indent="0">
              <a:buNone/>
              <a:defRPr sz="1600" b="1"/>
            </a:lvl8pPr>
            <a:lvl9pPr marL="3658235" indent="0">
              <a:buNone/>
              <a:defRPr sz="1600" b="1"/>
            </a:lvl9pPr>
          </a:lstStyle>
          <a:p>
            <a:pPr lvl="0"/>
            <a:r>
              <a:rPr lang="zh-CN" altLang="en-US" dirty="0"/>
              <a:t>单击此处编辑文本</a:t>
            </a:r>
            <a:endParaRPr lang="zh-CN" altLang="en-US" dirty="0"/>
          </a:p>
        </p:txBody>
      </p:sp>
      <p:sp>
        <p:nvSpPr>
          <p:cNvPr id="4" name="内容占位符 3"/>
          <p:cNvSpPr>
            <a:spLocks noGrp="1"/>
          </p:cNvSpPr>
          <p:nvPr>
            <p:ph sz="half" idx="2"/>
            <p:custDataLst>
              <p:tags r:id="rId4"/>
            </p:custDataLst>
          </p:nvPr>
        </p:nvSpPr>
        <p:spPr>
          <a:xfrm>
            <a:off x="608460" y="1854325"/>
            <a:ext cx="5342926" cy="4396369"/>
          </a:xfrm>
        </p:spPr>
        <p:txBody>
          <a:bodyPr vert="horz" lIns="101600" tIns="0" rIns="82550" bIns="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5" name="文本占位符 4"/>
          <p:cNvSpPr>
            <a:spLocks noGrp="1"/>
          </p:cNvSpPr>
          <p:nvPr>
            <p:ph type="body" sz="quarter" idx="3" hasCustomPrompt="1"/>
            <p:custDataLst>
              <p:tags r:id="rId5"/>
            </p:custDataLst>
          </p:nvPr>
        </p:nvSpPr>
        <p:spPr>
          <a:xfrm>
            <a:off x="6236365" y="1421977"/>
            <a:ext cx="5342926" cy="381666"/>
          </a:xfrm>
        </p:spPr>
        <p:txBody>
          <a:bodyPr vert="horz" lIns="101600" tIns="38100" rIns="76200" bIns="38100" rtlCol="0" anchor="t" anchorCtr="0">
            <a:normAutofit/>
          </a:bodyPr>
          <a:lstStyle>
            <a:lvl1pPr marL="0" indent="0">
              <a:lnSpc>
                <a:spcPct val="100000"/>
              </a:lnSpc>
              <a:buNone/>
              <a:defRPr sz="2000" b="1" spc="200">
                <a:solidFill>
                  <a:schemeClr val="tx1">
                    <a:lumMod val="75000"/>
                    <a:lumOff val="2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835" indent="0">
              <a:buNone/>
              <a:defRPr sz="1600" b="1"/>
            </a:lvl7pPr>
            <a:lvl8pPr marL="3201035" indent="0">
              <a:buNone/>
              <a:defRPr sz="1600" b="1"/>
            </a:lvl8pPr>
            <a:lvl9pPr marL="3658235" indent="0">
              <a:buNone/>
              <a:defRPr sz="1600" b="1"/>
            </a:lvl9pPr>
          </a:lstStyle>
          <a:p>
            <a:pPr lvl="0"/>
            <a:r>
              <a:rPr>
                <a:sym typeface="SimHei"/>
              </a:rPr>
              <a:t>单击此处编辑文本</a:t>
            </a:r>
            <a:endParaRPr>
              <a:sym typeface="SimHei"/>
            </a:endParaRPr>
          </a:p>
        </p:txBody>
      </p:sp>
      <p:sp>
        <p:nvSpPr>
          <p:cNvPr id="6" name="内容占位符 5"/>
          <p:cNvSpPr>
            <a:spLocks noGrp="1"/>
          </p:cNvSpPr>
          <p:nvPr>
            <p:ph sz="quarter" idx="4"/>
            <p:custDataLst>
              <p:tags r:id="rId6"/>
            </p:custDataLst>
          </p:nvPr>
        </p:nvSpPr>
        <p:spPr>
          <a:xfrm>
            <a:off x="6236365" y="1854325"/>
            <a:ext cx="5342926" cy="4396369"/>
          </a:xfrm>
        </p:spPr>
        <p:txBody>
          <a:bodyPr vert="horz" lIns="101600" tIns="0" rIns="82550" bIns="0" rtlCol="0">
            <a:normAutofit/>
          </a:bodyPr>
          <a:lstStyle/>
          <a:p>
            <a:pPr lvl="0"/>
            <a:r>
              <a:rPr dirty="0">
                <a:sym typeface="SimHei"/>
              </a:rPr>
              <a:t>单击此处编辑母版文本样式</a:t>
            </a:r>
            <a:endParaRPr dirty="0">
              <a:sym typeface="SimHei"/>
            </a:endParaRPr>
          </a:p>
          <a:p>
            <a:pPr lvl="1"/>
            <a:r>
              <a:rPr dirty="0">
                <a:sym typeface="SimHei"/>
              </a:rPr>
              <a:t>第二级</a:t>
            </a:r>
            <a:endParaRPr dirty="0">
              <a:sym typeface="SimHei"/>
            </a:endParaRPr>
          </a:p>
          <a:p>
            <a:pPr lvl="2"/>
            <a:r>
              <a:rPr dirty="0">
                <a:sym typeface="SimHei"/>
              </a:rPr>
              <a:t>第三级</a:t>
            </a:r>
            <a:endParaRPr dirty="0">
              <a:sym typeface="SimHei"/>
            </a:endParaRPr>
          </a:p>
          <a:p>
            <a:pPr lvl="3"/>
            <a:r>
              <a:rPr dirty="0">
                <a:sym typeface="SimHei"/>
              </a:rPr>
              <a:t>第四级</a:t>
            </a:r>
            <a:endParaRPr dirty="0">
              <a:sym typeface="SimHei"/>
            </a:endParaRPr>
          </a:p>
          <a:p>
            <a:pPr lvl="4"/>
            <a:r>
              <a:rPr dirty="0">
                <a:sym typeface="SimHei"/>
              </a:rPr>
              <a:t>第五级</a:t>
            </a:r>
            <a:endParaRPr dirty="0">
              <a:sym typeface="SimHei"/>
            </a:endParaRPr>
          </a:p>
        </p:txBody>
      </p:sp>
      <p:sp>
        <p:nvSpPr>
          <p:cNvPr id="7" name="日期占位符 6"/>
          <p:cNvSpPr>
            <a:spLocks noGrp="1"/>
          </p:cNvSpPr>
          <p:nvPr>
            <p:ph type="dt" sz="half" idx="10"/>
            <p:custDataLst>
              <p:tags r:id="rId7"/>
            </p:custDataLst>
          </p:nvPr>
        </p:nvSpPr>
        <p:spPr/>
        <p:txBody>
          <a:bodyPr/>
          <a:lstStyle/>
          <a:p>
            <a:endParaRPr lang="zh-CN" altLang="en-US"/>
          </a:p>
        </p:txBody>
      </p:sp>
      <p:sp>
        <p:nvSpPr>
          <p:cNvPr id="8" name="页脚占位符 7"/>
          <p:cNvSpPr>
            <a:spLocks noGrp="1"/>
          </p:cNvSpPr>
          <p:nvPr>
            <p:ph type="ftr" sz="quarter" idx="11"/>
            <p:custDataLst>
              <p:tags r:id="rId8"/>
            </p:custDataLst>
          </p:nvPr>
        </p:nvSpPr>
        <p:spPr/>
        <p:txBody>
          <a:bodyPr/>
          <a:lstStyle/>
          <a:p>
            <a:endParaRPr lang="zh-CN" altLang="en-US"/>
          </a:p>
        </p:txBody>
      </p:sp>
      <p:sp>
        <p:nvSpPr>
          <p:cNvPr id="9" name="灯片编号占位符 8"/>
          <p:cNvSpPr>
            <a:spLocks noGrp="1"/>
          </p:cNvSpPr>
          <p:nvPr>
            <p:ph type="sldNum" sz="quarter" idx="12"/>
            <p:custDataLst>
              <p:tags r:id="rId9"/>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08460" y="608506"/>
            <a:ext cx="10970280" cy="705723"/>
          </a:xfrm>
        </p:spPr>
        <p:txBody>
          <a:bodyPr vert="horz" lIns="90000" tIns="46800" rIns="90000" bIns="46800" rtlCol="0" anchor="ctr" anchorCtr="0">
            <a:normAutofit/>
          </a:bodyPr>
          <a:lstStyle/>
          <a:p>
            <a:pPr lvl="0"/>
            <a:r>
              <a:rPr>
                <a:sym typeface="SimHei"/>
              </a:rPr>
              <a:t>单击此处编辑母版标题样式</a:t>
            </a:r>
            <a:endParaRPr>
              <a:sym typeface="SimHei"/>
            </a:endParaRPr>
          </a:p>
        </p:txBody>
      </p:sp>
      <p:sp>
        <p:nvSpPr>
          <p:cNvPr id="3" name="日期占位符 2"/>
          <p:cNvSpPr>
            <a:spLocks noGrp="1"/>
          </p:cNvSpPr>
          <p:nvPr>
            <p:ph type="dt" sz="half" idx="10"/>
            <p:custDataLst>
              <p:tags r:id="rId3"/>
            </p:custDataLst>
          </p:nvPr>
        </p:nvSpPr>
        <p:spPr/>
        <p:txBody>
          <a:bodyPr/>
          <a:lstStyle/>
          <a:p>
            <a:endParaRPr lang="zh-CN" altLang="en-US"/>
          </a:p>
        </p:txBody>
      </p:sp>
      <p:sp>
        <p:nvSpPr>
          <p:cNvPr id="4" name="页脚占位符 3"/>
          <p:cNvSpPr>
            <a:spLocks noGrp="1"/>
          </p:cNvSpPr>
          <p:nvPr>
            <p:ph type="ftr" sz="quarter" idx="11"/>
            <p:custDataLst>
              <p:tags r:id="rId4"/>
            </p:custDataLst>
          </p:nvPr>
        </p:nvSpPr>
        <p:spPr/>
        <p:txBody>
          <a:bodyPr/>
          <a:lstStyle/>
          <a:p>
            <a:endParaRPr lang="zh-CN" altLang="en-US"/>
          </a:p>
        </p:txBody>
      </p:sp>
      <p:sp>
        <p:nvSpPr>
          <p:cNvPr id="5" name="灯片编号占位符 4"/>
          <p:cNvSpPr>
            <a:spLocks noGrp="1"/>
          </p:cNvSpPr>
          <p:nvPr>
            <p:ph type="sldNum" sz="quarter" idx="12"/>
            <p:custDataLst>
              <p:tags r:id="rId5"/>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p:txBody>
          <a:bodyPr/>
          <a:lstStyle/>
          <a:p>
            <a:endParaRPr lang="zh-CN" altLang="en-US"/>
          </a:p>
        </p:txBody>
      </p:sp>
      <p:sp>
        <p:nvSpPr>
          <p:cNvPr id="3" name="页脚占位符 2"/>
          <p:cNvSpPr>
            <a:spLocks noGrp="1"/>
          </p:cNvSpPr>
          <p:nvPr>
            <p:ph type="ftr" sz="quarter" idx="11"/>
            <p:custDataLst>
              <p:tags r:id="rId3"/>
            </p:custDataLst>
          </p:nvPr>
        </p:nvSpPr>
        <p:spPr/>
        <p:txBody>
          <a:bodyPr/>
          <a:lstStyle/>
          <a:p>
            <a:endParaRPr lang="zh-CN" altLang="en-US"/>
          </a:p>
        </p:txBody>
      </p:sp>
      <p:sp>
        <p:nvSpPr>
          <p:cNvPr id="4" name="灯片编号占位符 3"/>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5" name="Rectangle 68"/>
          <p:cNvSpPr>
            <a:spLocks noChangeArrowheads="1"/>
          </p:cNvSpPr>
          <p:nvPr userDrawn="1"/>
        </p:nvSpPr>
        <p:spPr bwMode="auto">
          <a:xfrm>
            <a:off x="0" y="647700"/>
            <a:ext cx="12192000" cy="44450"/>
          </a:xfrm>
          <a:prstGeom prst="rect">
            <a:avLst/>
          </a:prstGeom>
          <a:gradFill flip="none" rotWithShape="1">
            <a:gsLst>
              <a:gs pos="87000">
                <a:srgbClr val="0033CC"/>
              </a:gs>
              <a:gs pos="1000">
                <a:srgbClr val="C00000"/>
              </a:gs>
              <a:gs pos="0">
                <a:srgbClr val="C00000"/>
              </a:gs>
            </a:gsLst>
            <a:lin ang="0" scaled="1"/>
            <a:tileRect/>
          </a:gradFill>
          <a:ln w="9525">
            <a:noFill/>
            <a:miter lim="800000"/>
          </a:ln>
        </p:spPr>
        <p:txBody>
          <a:bodyPr wrap="none" anchor="ctr"/>
          <a:lstStyle>
            <a:lvl1pPr>
              <a:defRPr kumimoji="1" sz="2400" b="1">
                <a:solidFill>
                  <a:schemeClr val="tx1"/>
                </a:solidFill>
                <a:latin typeface="SimHei" panose="02020603050405020304" pitchFamily="18" charset="0"/>
                <a:ea typeface="SimHei" panose="02010609030101010101" pitchFamily="49" charset="-122"/>
              </a:defRPr>
            </a:lvl1pPr>
            <a:lvl2pPr marL="742950" indent="-285750">
              <a:defRPr kumimoji="1" sz="2400" b="1">
                <a:solidFill>
                  <a:schemeClr val="tx1"/>
                </a:solidFill>
                <a:latin typeface="SimHei" panose="02020603050405020304" pitchFamily="18" charset="0"/>
                <a:ea typeface="SimHei" panose="02010609030101010101" pitchFamily="49" charset="-122"/>
              </a:defRPr>
            </a:lvl2pPr>
            <a:lvl3pPr marL="1143000" indent="-228600">
              <a:defRPr kumimoji="1" sz="2400" b="1">
                <a:solidFill>
                  <a:schemeClr val="tx1"/>
                </a:solidFill>
                <a:latin typeface="SimHei" panose="02020603050405020304" pitchFamily="18" charset="0"/>
                <a:ea typeface="SimHei" panose="02010609030101010101" pitchFamily="49" charset="-122"/>
              </a:defRPr>
            </a:lvl3pPr>
            <a:lvl4pPr marL="1600200" indent="-228600">
              <a:defRPr kumimoji="1" sz="2400" b="1">
                <a:solidFill>
                  <a:schemeClr val="tx1"/>
                </a:solidFill>
                <a:latin typeface="SimHei" panose="02020603050405020304" pitchFamily="18" charset="0"/>
                <a:ea typeface="SimHei" panose="02010609030101010101" pitchFamily="49" charset="-122"/>
              </a:defRPr>
            </a:lvl4pPr>
            <a:lvl5pPr marL="2057400" indent="-228600">
              <a:defRPr kumimoji="1" sz="2400" b="1">
                <a:solidFill>
                  <a:schemeClr val="tx1"/>
                </a:solidFill>
                <a:latin typeface="SimHei" panose="02020603050405020304" pitchFamily="18" charset="0"/>
                <a:ea typeface="SimHei" panose="02010609030101010101" pitchFamily="49" charset="-122"/>
              </a:defRPr>
            </a:lvl5pPr>
            <a:lvl6pPr marL="25146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6pPr>
            <a:lvl7pPr marL="29718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7pPr>
            <a:lvl8pPr marL="34290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8pPr>
            <a:lvl9pPr marL="38862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9pPr>
          </a:lstStyle>
          <a:p>
            <a:pPr algn="ctr" eaLnBrk="1" hangingPunct="1">
              <a:defRPr/>
            </a:pPr>
            <a:endParaRPr lang="zh-CN" altLang="en-US" sz="2400"/>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图片与标题">
    <p:spTree>
      <p:nvGrpSpPr>
        <p:cNvPr id="1" name=""/>
        <p:cNvGrpSpPr/>
        <p:nvPr/>
      </p:nvGrpSpPr>
      <p:grpSpPr>
        <a:xfrm>
          <a:off x="0" y="0"/>
          <a:ext cx="0" cy="0"/>
          <a:chOff x="0" y="0"/>
          <a:chExt cx="0" cy="0"/>
        </a:xfrm>
      </p:grpSpPr>
      <p:sp>
        <p:nvSpPr>
          <p:cNvPr id="3" name="图片占位符 2"/>
          <p:cNvSpPr>
            <a:spLocks noGrp="1"/>
          </p:cNvSpPr>
          <p:nvPr>
            <p:ph type="pic" idx="1"/>
            <p:custDataLst>
              <p:tags r:id="rId2"/>
            </p:custDataLst>
          </p:nvPr>
        </p:nvSpPr>
        <p:spPr>
          <a:xfrm>
            <a:off x="608460" y="1555472"/>
            <a:ext cx="5233593" cy="4608807"/>
          </a:xfrm>
        </p:spPr>
        <p:txBody>
          <a:bodyPr vert="horz" lIns="90000" tIns="46800" rIns="90000" bIns="46800" rtlCol="0">
            <a:normAutofit/>
          </a:bodyPr>
          <a:lstStyle>
            <a:lvl1pPr>
              <a:buNone/>
              <a:defRPr sz="1600"/>
            </a:lvl1pPr>
          </a:lstStyle>
          <a:p>
            <a:pPr lvl="0"/>
            <a:endParaRPr dirty="0">
              <a:sym typeface="SimHei"/>
            </a:endParaRPr>
          </a:p>
        </p:txBody>
      </p:sp>
      <p:sp>
        <p:nvSpPr>
          <p:cNvPr id="4" name="文本占位符 3"/>
          <p:cNvSpPr>
            <a:spLocks noGrp="1"/>
          </p:cNvSpPr>
          <p:nvPr>
            <p:ph type="body" sz="half" idx="2"/>
            <p:custDataLst>
              <p:tags r:id="rId3"/>
            </p:custDataLst>
          </p:nvPr>
        </p:nvSpPr>
        <p:spPr>
          <a:xfrm>
            <a:off x="6351025" y="1555472"/>
            <a:ext cx="5227715" cy="4608807"/>
          </a:xfrm>
        </p:spPr>
        <p:txBody>
          <a:bodyPr vert="horz" lIns="90000" tIns="46800" rIns="90000" bIns="46800" rtlCol="0">
            <a:normAutofit/>
          </a:bodyPr>
          <a:lstStyle>
            <a:lvl1pPr>
              <a:buNone/>
              <a:defRPr sz="1600"/>
            </a:lvl1pPr>
          </a:lstStyle>
          <a:p>
            <a:pPr lvl="0"/>
            <a:r>
              <a:rPr dirty="0">
                <a:sym typeface="SimHei"/>
              </a:rPr>
              <a:t>单击此处编辑母版文本样式</a:t>
            </a:r>
            <a:endParaRPr dirty="0">
              <a:sym typeface="SimHei"/>
            </a:endParaRPr>
          </a:p>
        </p:txBody>
      </p:sp>
      <p:sp>
        <p:nvSpPr>
          <p:cNvPr id="5" name="日期占位符 4"/>
          <p:cNvSpPr>
            <a:spLocks noGrp="1"/>
          </p:cNvSpPr>
          <p:nvPr>
            <p:ph type="dt" sz="half" idx="10"/>
            <p:custDataLst>
              <p:tags r:id="rId4"/>
            </p:custDataLst>
          </p:nvPr>
        </p:nvSpPr>
        <p:spPr/>
        <p:txBody>
          <a:bodyPr/>
          <a:lstStyle/>
          <a:p>
            <a:endParaRPr lang="zh-CN" altLang="en-US" dirty="0"/>
          </a:p>
        </p:txBody>
      </p:sp>
      <p:sp>
        <p:nvSpPr>
          <p:cNvPr id="6" name="页脚占位符 5"/>
          <p:cNvSpPr>
            <a:spLocks noGrp="1"/>
          </p:cNvSpPr>
          <p:nvPr>
            <p:ph type="ftr" sz="quarter" idx="11"/>
            <p:custDataLst>
              <p:tags r:id="rId5"/>
            </p:custDataLst>
          </p:nvPr>
        </p:nvSpPr>
        <p:spPr/>
        <p:txBody>
          <a:bodyPr/>
          <a:lstStyle/>
          <a:p>
            <a:endParaRPr lang="zh-CN" altLang="en-US" dirty="0"/>
          </a:p>
        </p:txBody>
      </p:sp>
      <p:sp>
        <p:nvSpPr>
          <p:cNvPr id="7" name="灯片编号占位符 6"/>
          <p:cNvSpPr>
            <a:spLocks noGrp="1"/>
          </p:cNvSpPr>
          <p:nvPr>
            <p:ph type="sldNum" sz="quarter" idx="12"/>
            <p:custDataLst>
              <p:tags r:id="rId6"/>
            </p:custDataLst>
          </p:nvPr>
        </p:nvSpPr>
        <p:spPr/>
        <p:txBody>
          <a:bodyPr/>
          <a:lstStyle/>
          <a:p>
            <a:fld id="{FABC47A4-756D-490B-A52F-7D9E2C9FC05F}" type="slidenum">
              <a:rPr lang="zh-CN" altLang="en-US" smtClean="0"/>
            </a:fld>
            <a:endParaRPr lang="zh-CN" altLang="en-US"/>
          </a:p>
        </p:txBody>
      </p:sp>
      <p:sp>
        <p:nvSpPr>
          <p:cNvPr id="9" name="标题 8"/>
          <p:cNvSpPr>
            <a:spLocks noGrp="1"/>
          </p:cNvSpPr>
          <p:nvPr>
            <p:ph type="title"/>
            <p:custDataLst>
              <p:tags r:id="rId7"/>
            </p:custDataLst>
          </p:nvPr>
        </p:nvSpPr>
        <p:spPr/>
        <p:txBody>
          <a:bodyPr/>
          <a:lstStyle/>
          <a:p>
            <a:r>
              <a:rPr lang="zh-CN" altLang="en-US"/>
              <a:t>单击此处编辑母版标题样式</a:t>
            </a:r>
            <a:endParaRPr lang="zh-CN" alt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hasCustomPrompt="1"/>
            <p:custDataLst>
              <p:tags r:id="rId2"/>
            </p:custDataLst>
          </p:nvPr>
        </p:nvSpPr>
        <p:spPr>
          <a:xfrm>
            <a:off x="10235808" y="914560"/>
            <a:ext cx="1044103" cy="5030080"/>
          </a:xfrm>
        </p:spPr>
        <p:txBody>
          <a:bodyPr vert="eaVert" lIns="90000" tIns="46800" rIns="90000" bIns="46800" rtlCol="0" anchor="ctr" anchorCtr="0">
            <a:normAutofit/>
          </a:bodyPr>
          <a:lstStyle>
            <a:lvl1pPr>
              <a:buNone/>
              <a:defRPr sz="2800"/>
            </a:lvl1pPr>
          </a:lstStyle>
          <a:p>
            <a:pPr lvl="0"/>
            <a:r>
              <a:rPr dirty="0">
                <a:sym typeface="SimHei"/>
              </a:rPr>
              <a:t>单击此处编辑标题</a:t>
            </a:r>
            <a:endParaRPr dirty="0">
              <a:sym typeface="SimHei"/>
            </a:endParaRPr>
          </a:p>
        </p:txBody>
      </p:sp>
      <p:sp>
        <p:nvSpPr>
          <p:cNvPr id="3" name="竖排文字占位符 2"/>
          <p:cNvSpPr>
            <a:spLocks noGrp="1"/>
          </p:cNvSpPr>
          <p:nvPr>
            <p:ph type="body" orient="vert" idx="1"/>
            <p:custDataLst>
              <p:tags r:id="rId3"/>
            </p:custDataLst>
          </p:nvPr>
        </p:nvSpPr>
        <p:spPr>
          <a:xfrm>
            <a:off x="914490" y="914560"/>
            <a:ext cx="9170103" cy="5030080"/>
          </a:xfrm>
        </p:spPr>
        <p:txBody>
          <a:bodyPr vert="eaVert" lIns="46800" tIns="46800" rIns="46800" bIns="46800"/>
          <a:lstStyle>
            <a:lvl1pPr marL="228600" indent="-228600">
              <a:spcAft>
                <a:spcPts val="1000"/>
              </a:spcAft>
              <a:defRPr spc="300"/>
            </a:lvl1pPr>
            <a:lvl2pPr marL="685800" indent="-228600">
              <a:defRPr spc="300"/>
            </a:lvl2pPr>
            <a:lvl3pPr marL="1143000" indent="-228600">
              <a:defRPr spc="300"/>
            </a:lvl3pPr>
            <a:lvl4pPr marL="1600200" indent="-228600">
              <a:defRPr spc="300"/>
            </a:lvl4pPr>
            <a:lvl5pPr marL="2057400" indent="-228600">
              <a:defRPr spc="300"/>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custDataLst>
              <p:tags r:id="rId4"/>
            </p:custDataLst>
          </p:nvPr>
        </p:nvSpPr>
        <p:spPr/>
        <p:txBody>
          <a:bodyPr/>
          <a:lstStyle/>
          <a:p>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custDataLst>
              <p:tags r:id="rId5"/>
            </p:custDataLst>
          </p:nvPr>
        </p:nvSpPr>
        <p:spPr>
          <a:xfrm>
            <a:off x="608460" y="774136"/>
            <a:ext cx="10973880" cy="5483760"/>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6" name="Rectangle 68"/>
          <p:cNvSpPr>
            <a:spLocks noChangeArrowheads="1"/>
          </p:cNvSpPr>
          <p:nvPr userDrawn="1"/>
        </p:nvSpPr>
        <p:spPr bwMode="auto">
          <a:xfrm>
            <a:off x="0" y="647700"/>
            <a:ext cx="12192000" cy="44450"/>
          </a:xfrm>
          <a:prstGeom prst="rect">
            <a:avLst/>
          </a:prstGeom>
          <a:gradFill flip="none" rotWithShape="1">
            <a:gsLst>
              <a:gs pos="87000">
                <a:srgbClr val="0033CC"/>
              </a:gs>
              <a:gs pos="1000">
                <a:srgbClr val="C00000"/>
              </a:gs>
              <a:gs pos="0">
                <a:srgbClr val="C00000"/>
              </a:gs>
            </a:gsLst>
            <a:lin ang="0" scaled="1"/>
            <a:tileRect/>
          </a:gradFill>
          <a:ln w="9525">
            <a:noFill/>
            <a:miter lim="800000"/>
          </a:ln>
        </p:spPr>
        <p:txBody>
          <a:bodyPr wrap="none" anchor="ctr"/>
          <a:lstStyle>
            <a:lvl1pPr>
              <a:defRPr kumimoji="1" sz="2400" b="1">
                <a:solidFill>
                  <a:schemeClr val="tx1"/>
                </a:solidFill>
                <a:latin typeface="SimHei" panose="02020603050405020304" pitchFamily="18" charset="0"/>
                <a:ea typeface="SimHei" panose="02010609030101010101" pitchFamily="49" charset="-122"/>
              </a:defRPr>
            </a:lvl1pPr>
            <a:lvl2pPr marL="742950" indent="-285750">
              <a:defRPr kumimoji="1" sz="2400" b="1">
                <a:solidFill>
                  <a:schemeClr val="tx1"/>
                </a:solidFill>
                <a:latin typeface="SimHei" panose="02020603050405020304" pitchFamily="18" charset="0"/>
                <a:ea typeface="SimHei" panose="02010609030101010101" pitchFamily="49" charset="-122"/>
              </a:defRPr>
            </a:lvl2pPr>
            <a:lvl3pPr marL="1143000" indent="-228600">
              <a:defRPr kumimoji="1" sz="2400" b="1">
                <a:solidFill>
                  <a:schemeClr val="tx1"/>
                </a:solidFill>
                <a:latin typeface="SimHei" panose="02020603050405020304" pitchFamily="18" charset="0"/>
                <a:ea typeface="SimHei" panose="02010609030101010101" pitchFamily="49" charset="-122"/>
              </a:defRPr>
            </a:lvl3pPr>
            <a:lvl4pPr marL="1600200" indent="-228600">
              <a:defRPr kumimoji="1" sz="2400" b="1">
                <a:solidFill>
                  <a:schemeClr val="tx1"/>
                </a:solidFill>
                <a:latin typeface="SimHei" panose="02020603050405020304" pitchFamily="18" charset="0"/>
                <a:ea typeface="SimHei" panose="02010609030101010101" pitchFamily="49" charset="-122"/>
              </a:defRPr>
            </a:lvl4pPr>
            <a:lvl5pPr marL="2057400" indent="-228600">
              <a:defRPr kumimoji="1" sz="2400" b="1">
                <a:solidFill>
                  <a:schemeClr val="tx1"/>
                </a:solidFill>
                <a:latin typeface="SimHei" panose="02020603050405020304" pitchFamily="18" charset="0"/>
                <a:ea typeface="SimHei" panose="02010609030101010101" pitchFamily="49" charset="-122"/>
              </a:defRPr>
            </a:lvl5pPr>
            <a:lvl6pPr marL="25146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6pPr>
            <a:lvl7pPr marL="29718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7pPr>
            <a:lvl8pPr marL="34290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8pPr>
            <a:lvl9pPr marL="38862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9pPr>
          </a:lstStyle>
          <a:p>
            <a:pPr algn="ctr" eaLnBrk="1" hangingPunct="1">
              <a:defRPr/>
            </a:pPr>
            <a:endParaRPr lang="zh-CN" altLang="en-US" sz="2400"/>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末尾幻灯片">
    <p:spTree>
      <p:nvGrpSpPr>
        <p:cNvPr id="1" name=""/>
        <p:cNvGrpSpPr/>
        <p:nvPr/>
      </p:nvGrpSpPr>
      <p:grpSpPr>
        <a:xfrm>
          <a:off x="0" y="0"/>
          <a:ext cx="0" cy="0"/>
          <a:chOff x="0" y="0"/>
          <a:chExt cx="0" cy="0"/>
        </a:xfrm>
      </p:grpSpPr>
      <p:sp>
        <p:nvSpPr>
          <p:cNvPr id="3" name="日期占位符 2"/>
          <p:cNvSpPr>
            <a:spLocks noGrp="1"/>
          </p:cNvSpPr>
          <p:nvPr>
            <p:ph type="dt" sz="half" idx="10"/>
            <p:custDataLst>
              <p:tags r:id="rId2"/>
            </p:custDataLst>
          </p:nvPr>
        </p:nvSpPr>
        <p:spPr/>
        <p:txBody>
          <a:bodyPr/>
          <a:lstStyle/>
          <a:p>
            <a:endParaRPr lang="zh-CN" altLang="en-US"/>
          </a:p>
        </p:txBody>
      </p:sp>
      <p:sp>
        <p:nvSpPr>
          <p:cNvPr id="4" name="页脚占位符 3"/>
          <p:cNvSpPr>
            <a:spLocks noGrp="1"/>
          </p:cNvSpPr>
          <p:nvPr>
            <p:ph type="ftr" sz="quarter" idx="11"/>
            <p:custDataLst>
              <p:tags r:id="rId3"/>
            </p:custDataLst>
          </p:nvPr>
        </p:nvSpPr>
        <p:spPr/>
        <p:txBody>
          <a:bodyPr/>
          <a:lstStyle/>
          <a:p>
            <a:endParaRPr lang="zh-CN" altLang="en-US"/>
          </a:p>
        </p:txBody>
      </p:sp>
      <p:sp>
        <p:nvSpPr>
          <p:cNvPr id="5" name="灯片编号占位符 4"/>
          <p:cNvSpPr>
            <a:spLocks noGrp="1"/>
          </p:cNvSpPr>
          <p:nvPr>
            <p:ph type="sldNum" sz="quarter" idx="12"/>
            <p:custDataLst>
              <p:tags r:id="rId4"/>
            </p:custDataLst>
          </p:nvPr>
        </p:nvSpPr>
        <p:spPr/>
        <p:txBody>
          <a:bodyPr/>
          <a:lstStyle/>
          <a:p>
            <a:fld id="{49AE70B2-8BF9-45C0-BB95-33D1B9D3A854}" type="slidenum">
              <a:rPr lang="zh-CN" altLang="en-US" smtClean="0"/>
            </a:fld>
            <a:endParaRPr lang="zh-CN" altLang="en-US"/>
          </a:p>
        </p:txBody>
      </p:sp>
      <p:sp>
        <p:nvSpPr>
          <p:cNvPr id="2" name="标题 1"/>
          <p:cNvSpPr>
            <a:spLocks noGrp="1"/>
          </p:cNvSpPr>
          <p:nvPr>
            <p:ph type="title" hasCustomPrompt="1"/>
            <p:custDataLst>
              <p:tags r:id="rId5"/>
            </p:custDataLst>
          </p:nvPr>
        </p:nvSpPr>
        <p:spPr>
          <a:xfrm>
            <a:off x="1198918" y="2484435"/>
            <a:ext cx="9800165" cy="1018978"/>
          </a:xfrm>
        </p:spPr>
        <p:txBody>
          <a:bodyPr vert="horz" lIns="90000" tIns="46800" rIns="90000" bIns="46800" rtlCol="0" anchor="t" anchorCtr="0">
            <a:normAutofit/>
          </a:bodyPr>
          <a:lstStyle>
            <a:lvl1pPr algn="ctr">
              <a:defRPr sz="6000"/>
            </a:lvl1pPr>
          </a:lstStyle>
          <a:p>
            <a:pPr lvl="0"/>
            <a:r>
              <a:rPr>
                <a:sym typeface="SimHei"/>
              </a:rPr>
              <a:t>单击此处编辑标题</a:t>
            </a:r>
            <a:endParaRPr>
              <a:sym typeface="SimHei"/>
            </a:endParaRPr>
          </a:p>
        </p:txBody>
      </p:sp>
      <p:sp>
        <p:nvSpPr>
          <p:cNvPr id="7" name="文本占位符 6"/>
          <p:cNvSpPr>
            <a:spLocks noGrp="1"/>
          </p:cNvSpPr>
          <p:nvPr>
            <p:ph type="body" sz="quarter" idx="13"/>
            <p:custDataLst>
              <p:tags r:id="rId6"/>
            </p:custDataLst>
          </p:nvPr>
        </p:nvSpPr>
        <p:spPr>
          <a:xfrm>
            <a:off x="1198918" y="3561023"/>
            <a:ext cx="9800165" cy="471683"/>
          </a:xfrm>
        </p:spPr>
        <p:txBody>
          <a:bodyPr lIns="90000" tIns="46800" rIns="90000" bIns="46800">
            <a:normAutofit/>
          </a:bodyPr>
          <a:lstStyle>
            <a:lvl1pPr algn="ctr">
              <a:lnSpc>
                <a:spcPct val="110000"/>
              </a:lnSpc>
              <a:buNone/>
              <a:defRPr sz="2400" spc="200"/>
            </a:lvl1pPr>
          </a:lstStyle>
          <a:p>
            <a:pPr lvl="0"/>
            <a:r>
              <a:rPr lang="zh-CN" altLang="en-US" dirty="0"/>
              <a:t>单击此处编辑母版文本样式</a:t>
            </a:r>
            <a:endParaRPr lang="zh-CN" altLang="en-US" dirty="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ags" Target="../tags/tag57.xml"/><Relationship Id="rId15" Type="http://schemas.openxmlformats.org/officeDocument/2006/relationships/tags" Target="../tags/tag58.xml"/><Relationship Id="rId16" Type="http://schemas.openxmlformats.org/officeDocument/2006/relationships/tags" Target="../tags/tag59.xml"/><Relationship Id="rId17" Type="http://schemas.openxmlformats.org/officeDocument/2006/relationships/tags" Target="../tags/tag60.xml"/><Relationship Id="rId18" Type="http://schemas.openxmlformats.org/officeDocument/2006/relationships/tags" Target="../tags/tag61.xml"/><Relationship Id="rId1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 Id="rId9" Type="http://schemas.openxmlformats.org/officeDocument/2006/relationships/slideLayout" Target="../slideLayouts/slideLayout22.xml"/><Relationship Id="rId10" Type="http://schemas.openxmlformats.org/officeDocument/2006/relationships/slideLayout" Target="../slideLayouts/slideLayout23.xml"/><Relationship Id="rId11" Type="http://schemas.openxmlformats.org/officeDocument/2006/relationships/slideLayout" Target="../slideLayouts/slideLayout24.xml"/><Relationship Id="rId12" Type="http://schemas.openxmlformats.org/officeDocument/2006/relationships/slideLayout" Target="../slideLayouts/slideLayout25.xml"/><Relationship Id="rId13" Type="http://schemas.openxmlformats.org/officeDocument/2006/relationships/tags" Target="../tags/tag118.xml"/><Relationship Id="rId14" Type="http://schemas.openxmlformats.org/officeDocument/2006/relationships/tags" Target="../tags/tag119.xml"/><Relationship Id="rId15" Type="http://schemas.openxmlformats.org/officeDocument/2006/relationships/tags" Target="../tags/tag120.xml"/><Relationship Id="rId16" Type="http://schemas.openxmlformats.org/officeDocument/2006/relationships/tags" Target="../tags/tag121.xml"/><Relationship Id="rId17" Type="http://schemas.openxmlformats.org/officeDocument/2006/relationships/tags" Target="../tags/tag122.xml"/><Relationship Id="rId1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4"/>
            </p:custDataLst>
          </p:nvPr>
        </p:nvSpPr>
        <p:spPr>
          <a:xfrm>
            <a:off x="608460" y="608506"/>
            <a:ext cx="10970280" cy="705723"/>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5"/>
            </p:custDataLst>
          </p:nvPr>
        </p:nvSpPr>
        <p:spPr>
          <a:xfrm>
            <a:off x="608460" y="1490661"/>
            <a:ext cx="10970280" cy="4760033"/>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6"/>
            </p:custDataLst>
          </p:nvPr>
        </p:nvSpPr>
        <p:spPr>
          <a:xfrm>
            <a:off x="612060" y="6315505"/>
            <a:ext cx="2700266" cy="316855"/>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SimHei" panose="020B0503020204020204" pitchFamily="34" charset="-122"/>
                <a:ea typeface="SimHei" panose="020B0503020204020204" pitchFamily="34" charset="-122"/>
              </a:defRPr>
            </a:lvl1pPr>
          </a:lstStyle>
          <a:p>
            <a:endParaRPr lang="zh-CN" altLang="en-US" dirty="0"/>
          </a:p>
        </p:txBody>
      </p:sp>
      <p:sp>
        <p:nvSpPr>
          <p:cNvPr id="5" name="页脚占位符 4"/>
          <p:cNvSpPr>
            <a:spLocks noGrp="1"/>
          </p:cNvSpPr>
          <p:nvPr>
            <p:ph type="ftr" sz="quarter" idx="3"/>
            <p:custDataLst>
              <p:tags r:id="rId17"/>
            </p:custDataLst>
          </p:nvPr>
        </p:nvSpPr>
        <p:spPr>
          <a:xfrm>
            <a:off x="4116405" y="6315505"/>
            <a:ext cx="3960390" cy="316855"/>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SimHei" panose="020B0503020204020204" pitchFamily="34" charset="-122"/>
                <a:ea typeface="SimHei" panose="020B0503020204020204" pitchFamily="34" charset="-122"/>
              </a:defRPr>
            </a:lvl1pPr>
          </a:lstStyle>
          <a:p>
            <a:endParaRPr lang="zh-CN" altLang="en-US" dirty="0"/>
          </a:p>
        </p:txBody>
      </p:sp>
      <p:sp>
        <p:nvSpPr>
          <p:cNvPr id="6" name="灯片编号占位符 5"/>
          <p:cNvSpPr>
            <a:spLocks noGrp="1"/>
          </p:cNvSpPr>
          <p:nvPr>
            <p:ph type="sldNum" sz="quarter" idx="4"/>
            <p:custDataLst>
              <p:tags r:id="rId18"/>
            </p:custDataLst>
          </p:nvPr>
        </p:nvSpPr>
        <p:spPr>
          <a:xfrm>
            <a:off x="8878474" y="6315505"/>
            <a:ext cx="2700266" cy="316855"/>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SimHei" panose="020B0503020204020204" pitchFamily="34" charset="-122"/>
                <a:ea typeface="SimHei" panose="020B0503020204020204" pitchFamily="34" charset="-122"/>
              </a:defRPr>
            </a:lvl1pPr>
          </a:lstStyle>
          <a:p>
            <a:fld id="{49AE70B2-8BF9-45C0-BB95-33D1B9D3A854}" type="slidenum">
              <a:rPr lang="zh-CN" altLang="en-US" smtClean="0"/>
            </a:fld>
            <a:endParaRPr lang="zh-CN" altLang="en-US" dirty="0"/>
          </a:p>
        </p:txBody>
      </p:sp>
      <p:sp>
        <p:nvSpPr>
          <p:cNvPr id="8" name="Rectangle 68"/>
          <p:cNvSpPr>
            <a:spLocks noChangeArrowheads="1"/>
          </p:cNvSpPr>
          <p:nvPr userDrawn="1"/>
        </p:nvSpPr>
        <p:spPr bwMode="auto">
          <a:xfrm>
            <a:off x="0" y="647700"/>
            <a:ext cx="12192000" cy="44450"/>
          </a:xfrm>
          <a:prstGeom prst="rect">
            <a:avLst/>
          </a:prstGeom>
          <a:gradFill flip="none" rotWithShape="1">
            <a:gsLst>
              <a:gs pos="87000">
                <a:srgbClr val="0033CC"/>
              </a:gs>
              <a:gs pos="1000">
                <a:srgbClr val="C00000"/>
              </a:gs>
              <a:gs pos="0">
                <a:srgbClr val="C00000"/>
              </a:gs>
            </a:gsLst>
            <a:lin ang="0" scaled="1"/>
            <a:tileRect/>
          </a:gradFill>
          <a:ln w="9525">
            <a:noFill/>
            <a:miter lim="800000"/>
          </a:ln>
        </p:spPr>
        <p:txBody>
          <a:bodyPr wrap="none" anchor="ctr"/>
          <a:lstStyle>
            <a:lvl1pPr>
              <a:defRPr kumimoji="1" sz="2400" b="1">
                <a:solidFill>
                  <a:schemeClr val="tx1"/>
                </a:solidFill>
                <a:latin typeface="SimHei" panose="02020603050405020304" pitchFamily="18" charset="0"/>
                <a:ea typeface="SimHei" panose="02010609030101010101" pitchFamily="49" charset="-122"/>
              </a:defRPr>
            </a:lvl1pPr>
            <a:lvl2pPr marL="742950" indent="-285750">
              <a:defRPr kumimoji="1" sz="2400" b="1">
                <a:solidFill>
                  <a:schemeClr val="tx1"/>
                </a:solidFill>
                <a:latin typeface="SimHei" panose="02020603050405020304" pitchFamily="18" charset="0"/>
                <a:ea typeface="SimHei" panose="02010609030101010101" pitchFamily="49" charset="-122"/>
              </a:defRPr>
            </a:lvl2pPr>
            <a:lvl3pPr marL="1143000" indent="-228600">
              <a:defRPr kumimoji="1" sz="2400" b="1">
                <a:solidFill>
                  <a:schemeClr val="tx1"/>
                </a:solidFill>
                <a:latin typeface="SimHei" panose="02020603050405020304" pitchFamily="18" charset="0"/>
                <a:ea typeface="SimHei" panose="02010609030101010101" pitchFamily="49" charset="-122"/>
              </a:defRPr>
            </a:lvl3pPr>
            <a:lvl4pPr marL="1600200" indent="-228600">
              <a:defRPr kumimoji="1" sz="2400" b="1">
                <a:solidFill>
                  <a:schemeClr val="tx1"/>
                </a:solidFill>
                <a:latin typeface="SimHei" panose="02020603050405020304" pitchFamily="18" charset="0"/>
                <a:ea typeface="SimHei" panose="02010609030101010101" pitchFamily="49" charset="-122"/>
              </a:defRPr>
            </a:lvl4pPr>
            <a:lvl5pPr marL="2057400" indent="-228600">
              <a:defRPr kumimoji="1" sz="2400" b="1">
                <a:solidFill>
                  <a:schemeClr val="tx1"/>
                </a:solidFill>
                <a:latin typeface="SimHei" panose="02020603050405020304" pitchFamily="18" charset="0"/>
                <a:ea typeface="SimHei" panose="02010609030101010101" pitchFamily="49" charset="-122"/>
              </a:defRPr>
            </a:lvl5pPr>
            <a:lvl6pPr marL="25146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6pPr>
            <a:lvl7pPr marL="29718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7pPr>
            <a:lvl8pPr marL="34290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8pPr>
            <a:lvl9pPr marL="38862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9pPr>
          </a:lstStyle>
          <a:p>
            <a:pPr algn="ctr" eaLnBrk="1" hangingPunct="1">
              <a:defRPr/>
            </a:pPr>
            <a:endParaRPr lang="zh-CN" altLang="en-US" sz="2400"/>
          </a:p>
        </p:txBody>
      </p:sp>
      <p:sp>
        <p:nvSpPr>
          <p:cNvPr id="9" name="灯片编号占位符 2"/>
          <p:cNvSpPr txBox="1"/>
          <p:nvPr userDrawn="1"/>
        </p:nvSpPr>
        <p:spPr bwMode="auto">
          <a:xfrm>
            <a:off x="10920537" y="56288"/>
            <a:ext cx="1271310" cy="406350"/>
          </a:xfrm>
          <a:prstGeom prst="rect">
            <a:avLst/>
          </a:prstGeom>
          <a:noFill/>
          <a:ln>
            <a:noFill/>
          </a:ln>
          <a:effectLst/>
        </p:spPr>
        <p:txBody>
          <a:bodyPr vert="horz" wrap="square" lIns="122751" tIns="61376" rIns="122751" bIns="61376" numCol="1" anchor="ctr" anchorCtr="0" compatLnSpc="1"/>
          <a:lstStyle>
            <a:defPPr>
              <a:defRPr lang="en-US"/>
            </a:defPPr>
            <a:lvl1pPr algn="r" rtl="0" eaLnBrk="1" fontAlgn="base" hangingPunct="1">
              <a:spcBef>
                <a:spcPct val="0"/>
              </a:spcBef>
              <a:spcAft>
                <a:spcPct val="0"/>
              </a:spcAft>
              <a:defRPr kumimoji="0" sz="1600" b="1" i="1" kern="1200">
                <a:solidFill>
                  <a:srgbClr val="595959"/>
                </a:solidFill>
                <a:effectLst>
                  <a:outerShdw blurRad="38100" dist="38100" dir="2700000" algn="tl">
                    <a:srgbClr val="C0C0C0"/>
                  </a:outerShdw>
                </a:effectLst>
                <a:latin typeface="SimHei" panose="02020603050405020304" pitchFamily="18" charset="0"/>
                <a:ea typeface="SimHei" panose="02010600030101010101" pitchFamily="2" charset="-122"/>
                <a:cs typeface="SimHei"/>
              </a:defRPr>
            </a:lvl1pPr>
            <a:lvl2pPr marL="4572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2pPr>
            <a:lvl3pPr marL="9144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3pPr>
            <a:lvl4pPr marL="13716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4pPr>
            <a:lvl5pPr marL="1828800" algn="l" rtl="0" eaLnBrk="0" fontAlgn="base" hangingPunct="0">
              <a:spcBef>
                <a:spcPct val="0"/>
              </a:spcBef>
              <a:spcAft>
                <a:spcPct val="0"/>
              </a:spcAft>
              <a:defRPr kumimoji="1" sz="2400" b="1" kern="1200">
                <a:solidFill>
                  <a:schemeClr val="tx1"/>
                </a:solidFill>
                <a:latin typeface="SimHei" panose="02020603050405020304" pitchFamily="18" charset="0"/>
                <a:ea typeface="SimHei" panose="02010609030101010101" pitchFamily="49" charset="-122"/>
                <a:cs typeface="SimHei"/>
              </a:defRPr>
            </a:lvl5pPr>
            <a:lvl6pPr marL="22860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6pPr>
            <a:lvl7pPr marL="27432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7pPr>
            <a:lvl8pPr marL="32004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8pPr>
            <a:lvl9pPr marL="3657600" algn="l" defTabSz="914400" rtl="0" eaLnBrk="1" latinLnBrk="0" hangingPunct="1">
              <a:defRPr kumimoji="1" sz="2400" b="1" kern="1200">
                <a:solidFill>
                  <a:schemeClr val="tx1"/>
                </a:solidFill>
                <a:latin typeface="SimHei" panose="02020603050405020304" pitchFamily="18" charset="0"/>
                <a:ea typeface="SimHei" panose="02010609030101010101" pitchFamily="49" charset="-122"/>
                <a:cs typeface="SimHei"/>
              </a:defRPr>
            </a:lvl9pPr>
          </a:lstStyle>
          <a:p>
            <a:pPr marL="0" marR="0" lvl="0" indent="0" algn="r" defTabSz="914400" rtl="0" eaLnBrk="1" fontAlgn="base" latinLnBrk="0" hangingPunct="1">
              <a:lnSpc>
                <a:spcPct val="100000"/>
              </a:lnSpc>
              <a:spcBef>
                <a:spcPct val="0"/>
              </a:spcBef>
              <a:spcAft>
                <a:spcPct val="0"/>
              </a:spcAft>
              <a:buClrTx/>
              <a:buSzTx/>
              <a:buFontTx/>
              <a:buNone/>
              <a:defRPr/>
            </a:pPr>
            <a:fld id="{D1562B18-A52C-4BB1-80C2-C13A742CCD3E}" type="slidenum">
              <a:rPr kumimoji="0" lang="zh-CN" altLang="en-US" sz="1800" b="1" i="0" u="none" strike="noStrike" kern="1200" cap="none" spc="0" normalizeH="0" baseline="0" noProof="0" smtClean="0">
                <a:ln>
                  <a:noFill/>
                </a:ln>
                <a:solidFill>
                  <a:srgbClr val="595959"/>
                </a:solidFill>
                <a:effectLst/>
                <a:uLnTx/>
                <a:uFillTx/>
                <a:latin typeface="SimHei"/>
                <a:ea typeface="SimHei" panose="02010600030101010101" pitchFamily="2" charset="-122"/>
                <a:cs typeface="SimHei"/>
              </a:rPr>
            </a:fld>
            <a:endParaRPr kumimoji="0" lang="en-US" altLang="zh-CN" sz="1800" b="1" i="0" u="none" strike="noStrike" kern="1200" cap="none" spc="0" normalizeH="0" baseline="0" noProof="0" dirty="0">
              <a:ln>
                <a:noFill/>
              </a:ln>
              <a:solidFill>
                <a:srgbClr val="595959"/>
              </a:solidFill>
              <a:effectLst/>
              <a:uLnTx/>
              <a:uFillTx/>
              <a:latin typeface="SimHei"/>
              <a:ea typeface="SimHei" panose="02010600030101010101" pitchFamily="2" charset="-122"/>
              <a:cs typeface="SimHei"/>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sldNum="0"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SimHei" panose="020B0503020204020204" pitchFamily="34" charset="-122"/>
          <a:ea typeface="SimHei" panose="020B0503020204020204" pitchFamily="34" charset="-122"/>
          <a:cs typeface="SimHei"/>
        </a:defRPr>
      </a:lvl1pPr>
    </p:titleStyle>
    <p:bodyStyle>
      <a:lvl1pPr marL="228600" indent="-228600" algn="l" defTabSz="914400" rtl="0" eaLnBrk="1" fontAlgn="auto" latinLnBrk="0" hangingPunct="1">
        <a:lnSpc>
          <a:spcPct val="130000"/>
        </a:lnSpc>
        <a:spcBef>
          <a:spcPts val="0"/>
        </a:spcBef>
        <a:spcAft>
          <a:spcPts val="1000"/>
        </a:spcAft>
        <a:buFont typeface="SimHei" panose="020B0604020202020204" pitchFamily="34" charset="0"/>
        <a:buChar char="●"/>
        <a:defRPr sz="1800" u="none" strike="noStrike" kern="1200" cap="none" spc="150" normalizeH="0" baseline="0">
          <a:solidFill>
            <a:schemeClr val="tx1">
              <a:lumMod val="65000"/>
              <a:lumOff val="35000"/>
            </a:schemeClr>
          </a:solidFill>
          <a:uFillTx/>
          <a:latin typeface="SimHei" panose="020B0503020204020204" pitchFamily="34" charset="-122"/>
          <a:ea typeface="SimHei" panose="020B0503020204020204" pitchFamily="34" charset="-122"/>
          <a:cs typeface="SimHei"/>
        </a:defRPr>
      </a:lvl1pPr>
      <a:lvl2pPr marL="685800" indent="-228600" algn="l" defTabSz="914400" rtl="0" eaLnBrk="1" fontAlgn="auto" latinLnBrk="0" hangingPunct="1">
        <a:lnSpc>
          <a:spcPct val="120000"/>
        </a:lnSpc>
        <a:spcBef>
          <a:spcPts val="0"/>
        </a:spcBef>
        <a:spcAft>
          <a:spcPts val="600"/>
        </a:spcAft>
        <a:buFont typeface="SimHei" panose="020B0604020202020204" pitchFamily="34" charset="0"/>
        <a:buChar char="●"/>
        <a:tabLst>
          <a:tab pos="1609090" algn="l"/>
          <a:tab pos="1609090" algn="l"/>
          <a:tab pos="1609090" algn="l"/>
          <a:tab pos="1609090" algn="l"/>
        </a:tabLst>
        <a:defRPr sz="1600" u="none" strike="noStrike" kern="1200" cap="none" spc="150" normalizeH="0" baseline="0">
          <a:solidFill>
            <a:schemeClr val="tx1">
              <a:lumMod val="65000"/>
              <a:lumOff val="35000"/>
            </a:schemeClr>
          </a:solidFill>
          <a:uFillTx/>
          <a:latin typeface="SimHei" panose="020B0503020204020204" pitchFamily="34" charset="-122"/>
          <a:ea typeface="SimHei" panose="020B0503020204020204" pitchFamily="34" charset="-122"/>
          <a:cs typeface="SimHei"/>
        </a:defRPr>
      </a:lvl2pPr>
      <a:lvl3pPr marL="1143000" indent="-228600" algn="l" defTabSz="914400" rtl="0" eaLnBrk="1" fontAlgn="auto" latinLnBrk="0" hangingPunct="1">
        <a:lnSpc>
          <a:spcPct val="120000"/>
        </a:lnSpc>
        <a:spcBef>
          <a:spcPts val="0"/>
        </a:spcBef>
        <a:spcAft>
          <a:spcPts val="600"/>
        </a:spcAft>
        <a:buFont typeface="SimHei" panose="020B0604020202020204" pitchFamily="34" charset="0"/>
        <a:buChar char="●"/>
        <a:defRPr sz="1600" u="none" strike="noStrike" kern="1200" cap="none" spc="150" normalizeH="0" baseline="0">
          <a:solidFill>
            <a:schemeClr val="tx1">
              <a:lumMod val="65000"/>
              <a:lumOff val="35000"/>
            </a:schemeClr>
          </a:solidFill>
          <a:uFillTx/>
          <a:latin typeface="SimHei" panose="020B0503020204020204" pitchFamily="34" charset="-122"/>
          <a:ea typeface="SimHei" panose="020B0503020204020204" pitchFamily="34" charset="-122"/>
          <a:cs typeface="SimHei"/>
        </a:defRPr>
      </a:lvl3pPr>
      <a:lvl4pPr marL="1600200" indent="-228600" algn="l" defTabSz="914400" rtl="0" eaLnBrk="1" fontAlgn="auto" latinLnBrk="0" hangingPunct="1">
        <a:lnSpc>
          <a:spcPct val="120000"/>
        </a:lnSpc>
        <a:spcBef>
          <a:spcPts val="0"/>
        </a:spcBef>
        <a:spcAft>
          <a:spcPts val="300"/>
        </a:spcAft>
        <a:buFont typeface="SimHei" panose="05000000000000000000" charset="0"/>
        <a:buChar char=""/>
        <a:defRPr sz="1400" u="none" strike="noStrike" kern="1200" cap="none" spc="150" normalizeH="0" baseline="0">
          <a:solidFill>
            <a:schemeClr val="tx1">
              <a:lumMod val="65000"/>
              <a:lumOff val="35000"/>
            </a:schemeClr>
          </a:solidFill>
          <a:uFillTx/>
          <a:latin typeface="SimHei" panose="020B0503020204020204" pitchFamily="34" charset="-122"/>
          <a:ea typeface="SimHei" panose="020B0503020204020204" pitchFamily="34" charset="-122"/>
          <a:cs typeface="SimHei"/>
        </a:defRPr>
      </a:lvl4pPr>
      <a:lvl5pPr marL="2057400" indent="-228600" algn="l" defTabSz="914400" rtl="0" eaLnBrk="1" fontAlgn="auto" latinLnBrk="0" hangingPunct="1">
        <a:lnSpc>
          <a:spcPct val="120000"/>
        </a:lnSpc>
        <a:spcBef>
          <a:spcPts val="0"/>
        </a:spcBef>
        <a:spcAft>
          <a:spcPts val="300"/>
        </a:spcAft>
        <a:buFont typeface="SimHei" panose="020B0604020202020204" pitchFamily="34" charset="0"/>
        <a:buChar char="•"/>
        <a:defRPr sz="1400" u="none" strike="noStrike" kern="1200" cap="none" spc="150" normalizeH="0" baseline="0">
          <a:solidFill>
            <a:schemeClr val="tx1">
              <a:lumMod val="65000"/>
              <a:lumOff val="35000"/>
            </a:schemeClr>
          </a:solidFill>
          <a:uFillTx/>
          <a:latin typeface="SimHei" panose="020B0503020204020204" pitchFamily="34" charset="-122"/>
          <a:ea typeface="SimHei" panose="020B0503020204020204" pitchFamily="34" charset="-122"/>
          <a:cs typeface="SimHei"/>
        </a:defRPr>
      </a:lvl5pPr>
      <a:lvl6pPr marL="25152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6pPr>
      <a:lvl7pPr marL="29724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7pPr>
      <a:lvl8pPr marL="34296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8pPr>
      <a:lvl9pPr marL="38868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9pPr>
    </p:bodyStyle>
    <p:otherStyle>
      <a:defPPr>
        <a:defRPr lang="zh-CN"/>
      </a:defPPr>
      <a:lvl1pPr marL="0" algn="l" defTabSz="914400" rtl="0" eaLnBrk="1" latinLnBrk="0" hangingPunct="1">
        <a:defRPr sz="1800" kern="1200">
          <a:solidFill>
            <a:schemeClr val="tx1"/>
          </a:solidFill>
          <a:latin typeface="SimHei"/>
          <a:ea typeface="SimHei"/>
          <a:cs typeface="SimHei"/>
        </a:defRPr>
      </a:lvl1pPr>
      <a:lvl2pPr marL="457200" algn="l" defTabSz="914400" rtl="0" eaLnBrk="1" latinLnBrk="0" hangingPunct="1">
        <a:defRPr sz="1800" kern="1200">
          <a:solidFill>
            <a:schemeClr val="tx1"/>
          </a:solidFill>
          <a:latin typeface="SimHei"/>
          <a:ea typeface="SimHei"/>
          <a:cs typeface="SimHei"/>
        </a:defRPr>
      </a:lvl2pPr>
      <a:lvl3pPr marL="914400" algn="l" defTabSz="914400" rtl="0" eaLnBrk="1" latinLnBrk="0" hangingPunct="1">
        <a:defRPr sz="1800" kern="1200">
          <a:solidFill>
            <a:schemeClr val="tx1"/>
          </a:solidFill>
          <a:latin typeface="SimHei"/>
          <a:ea typeface="SimHei"/>
          <a:cs typeface="SimHei"/>
        </a:defRPr>
      </a:lvl3pPr>
      <a:lvl4pPr marL="1371600" algn="l" defTabSz="914400" rtl="0" eaLnBrk="1" latinLnBrk="0" hangingPunct="1">
        <a:defRPr sz="1800" kern="1200">
          <a:solidFill>
            <a:schemeClr val="tx1"/>
          </a:solidFill>
          <a:latin typeface="SimHei"/>
          <a:ea typeface="SimHei"/>
          <a:cs typeface="SimHei"/>
        </a:defRPr>
      </a:lvl4pPr>
      <a:lvl5pPr marL="1828800" algn="l" defTabSz="914400" rtl="0" eaLnBrk="1" latinLnBrk="0" hangingPunct="1">
        <a:defRPr sz="1800" kern="1200">
          <a:solidFill>
            <a:schemeClr val="tx1"/>
          </a:solidFill>
          <a:latin typeface="SimHei"/>
          <a:ea typeface="SimHei"/>
          <a:cs typeface="SimHei"/>
        </a:defRPr>
      </a:lvl5pPr>
      <a:lvl6pPr marL="2286000" algn="l" defTabSz="914400" rtl="0" eaLnBrk="1" latinLnBrk="0" hangingPunct="1">
        <a:defRPr sz="1800" kern="1200">
          <a:solidFill>
            <a:schemeClr val="tx1"/>
          </a:solidFill>
          <a:latin typeface="SimHei"/>
          <a:ea typeface="SimHei"/>
          <a:cs typeface="SimHei"/>
        </a:defRPr>
      </a:lvl6pPr>
      <a:lvl7pPr marL="2743835" algn="l" defTabSz="914400" rtl="0" eaLnBrk="1" latinLnBrk="0" hangingPunct="1">
        <a:defRPr sz="1800" kern="1200">
          <a:solidFill>
            <a:schemeClr val="tx1"/>
          </a:solidFill>
          <a:latin typeface="SimHei"/>
          <a:ea typeface="SimHei"/>
          <a:cs typeface="SimHei"/>
        </a:defRPr>
      </a:lvl7pPr>
      <a:lvl8pPr marL="3201035" algn="l" defTabSz="914400" rtl="0" eaLnBrk="1" latinLnBrk="0" hangingPunct="1">
        <a:defRPr sz="1800" kern="1200">
          <a:solidFill>
            <a:schemeClr val="tx1"/>
          </a:solidFill>
          <a:latin typeface="SimHei"/>
          <a:ea typeface="SimHei"/>
          <a:cs typeface="SimHei"/>
        </a:defRPr>
      </a:lvl8pPr>
      <a:lvl9pPr marL="3658235" algn="l" defTabSz="914400" rtl="0" eaLnBrk="1" latinLnBrk="0" hangingPunct="1">
        <a:defRPr sz="1800" kern="1200">
          <a:solidFill>
            <a:schemeClr val="tx1"/>
          </a:solidFill>
          <a:latin typeface="SimHei"/>
          <a:ea typeface="SimHei"/>
          <a:cs typeface="SimHei"/>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标题占位符 1"/>
          <p:cNvSpPr>
            <a:spLocks noGrp="1"/>
          </p:cNvSpPr>
          <p:nvPr>
            <p:ph type="title"/>
            <p:custDataLst>
              <p:tags r:id="rId13"/>
            </p:custDataLst>
          </p:nvPr>
        </p:nvSpPr>
        <p:spPr>
          <a:xfrm>
            <a:off x="608460" y="608506"/>
            <a:ext cx="10970280" cy="705723"/>
          </a:xfrm>
          <a:prstGeom prst="rect">
            <a:avLst/>
          </a:prstGeom>
        </p:spPr>
        <p:txBody>
          <a:bodyPr vert="horz" lIns="90170" tIns="46990" rIns="90170" bIns="46990" rtlCol="0" anchor="ctr" anchorCtr="0">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14"/>
            </p:custDataLst>
          </p:nvPr>
        </p:nvSpPr>
        <p:spPr>
          <a:xfrm>
            <a:off x="608460" y="1490661"/>
            <a:ext cx="10970280" cy="4760033"/>
          </a:xfrm>
          <a:prstGeom prst="rect">
            <a:avLst/>
          </a:prstGeom>
        </p:spPr>
        <p:txBody>
          <a:bodyPr vert="horz" lIns="90000" tIns="46800" rIns="90000" bIns="4680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custDataLst>
              <p:tags r:id="rId15"/>
            </p:custDataLst>
          </p:nvPr>
        </p:nvSpPr>
        <p:spPr>
          <a:xfrm>
            <a:off x="612060" y="6315505"/>
            <a:ext cx="2700266" cy="316855"/>
          </a:xfrm>
          <a:prstGeom prst="rect">
            <a:avLst/>
          </a:prstGeom>
        </p:spPr>
        <p:txBody>
          <a:bodyPr vert="horz" lIns="91440" tIns="45720" rIns="91440" bIns="45720" rtlCol="0" anchor="ctr">
            <a:normAutofit/>
          </a:bodyPr>
          <a:lstStyle>
            <a:lvl1pPr algn="l">
              <a:defRPr sz="1000" baseline="0">
                <a:solidFill>
                  <a:schemeClr val="tx1">
                    <a:tint val="75000"/>
                  </a:schemeClr>
                </a:solidFill>
                <a:latin typeface="SimHei" panose="020B0604020202020204" pitchFamily="34" charset="0"/>
                <a:ea typeface="SimHei" panose="020B0503020204020204" pitchFamily="34" charset="-122"/>
              </a:defRPr>
            </a:lvl1pPr>
          </a:lstStyle>
          <a:p>
            <a:endParaRPr lang="zh-CN" altLang="en-US"/>
          </a:p>
        </p:txBody>
      </p:sp>
      <p:sp>
        <p:nvSpPr>
          <p:cNvPr id="5" name="页脚占位符 4"/>
          <p:cNvSpPr>
            <a:spLocks noGrp="1"/>
          </p:cNvSpPr>
          <p:nvPr>
            <p:ph type="ftr" sz="quarter" idx="3"/>
            <p:custDataLst>
              <p:tags r:id="rId16"/>
            </p:custDataLst>
          </p:nvPr>
        </p:nvSpPr>
        <p:spPr>
          <a:xfrm>
            <a:off x="4116405" y="6315505"/>
            <a:ext cx="3960390" cy="316855"/>
          </a:xfrm>
          <a:prstGeom prst="rect">
            <a:avLst/>
          </a:prstGeom>
        </p:spPr>
        <p:txBody>
          <a:bodyPr vert="horz" lIns="91440" tIns="45720" rIns="91440" bIns="45720" rtlCol="0" anchor="ctr">
            <a:normAutofit/>
          </a:bodyPr>
          <a:lstStyle>
            <a:lvl1pPr algn="ctr">
              <a:defRPr sz="1000" baseline="0">
                <a:solidFill>
                  <a:schemeClr val="tx1">
                    <a:tint val="75000"/>
                  </a:schemeClr>
                </a:solidFill>
                <a:latin typeface="SimHei" panose="020B0604020202020204" pitchFamily="34" charset="0"/>
                <a:ea typeface="SimHei" panose="020B0503020204020204" pitchFamily="34" charset="-122"/>
              </a:defRPr>
            </a:lvl1pPr>
          </a:lstStyle>
          <a:p>
            <a:endParaRPr lang="zh-CN" altLang="en-US" dirty="0"/>
          </a:p>
        </p:txBody>
      </p:sp>
      <p:sp>
        <p:nvSpPr>
          <p:cNvPr id="6" name="灯片编号占位符 5"/>
          <p:cNvSpPr>
            <a:spLocks noGrp="1"/>
          </p:cNvSpPr>
          <p:nvPr>
            <p:ph type="sldNum" sz="quarter" idx="4"/>
            <p:custDataLst>
              <p:tags r:id="rId17"/>
            </p:custDataLst>
          </p:nvPr>
        </p:nvSpPr>
        <p:spPr>
          <a:xfrm>
            <a:off x="8878474" y="6315505"/>
            <a:ext cx="2700266" cy="316855"/>
          </a:xfrm>
          <a:prstGeom prst="rect">
            <a:avLst/>
          </a:prstGeom>
        </p:spPr>
        <p:txBody>
          <a:bodyPr vert="horz" lIns="91440" tIns="45720" rIns="91440" bIns="45720" rtlCol="0" anchor="ctr">
            <a:normAutofit/>
          </a:bodyPr>
          <a:lstStyle>
            <a:lvl1pPr algn="r">
              <a:defRPr sz="1000" baseline="0">
                <a:solidFill>
                  <a:schemeClr val="tx1">
                    <a:tint val="75000"/>
                  </a:schemeClr>
                </a:solidFill>
                <a:latin typeface="SimHei" panose="020B0604020202020204" pitchFamily="34" charset="0"/>
                <a:ea typeface="SimHei" panose="020B0503020204020204" pitchFamily="34" charset="-122"/>
              </a:defRPr>
            </a:lvl1pPr>
          </a:lstStyle>
          <a:p>
            <a:fld id="{49AE70B2-8BF9-45C0-BB95-33D1B9D3A854}" type="slidenum">
              <a:rPr lang="zh-CN" altLang="en-US" smtClean="0"/>
            </a:fld>
            <a:endParaRPr lang="zh-CN" altLang="en-US" dirty="0"/>
          </a:p>
        </p:txBody>
      </p:sp>
      <p:sp>
        <p:nvSpPr>
          <p:cNvPr id="8" name="Rectangle 68"/>
          <p:cNvSpPr>
            <a:spLocks noChangeArrowheads="1"/>
          </p:cNvSpPr>
          <p:nvPr userDrawn="1"/>
        </p:nvSpPr>
        <p:spPr bwMode="auto">
          <a:xfrm>
            <a:off x="0" y="647700"/>
            <a:ext cx="12192000" cy="44450"/>
          </a:xfrm>
          <a:prstGeom prst="rect">
            <a:avLst/>
          </a:prstGeom>
          <a:gradFill flip="none" rotWithShape="1">
            <a:gsLst>
              <a:gs pos="87000">
                <a:srgbClr val="0033CC"/>
              </a:gs>
              <a:gs pos="1000">
                <a:srgbClr val="C00000"/>
              </a:gs>
              <a:gs pos="0">
                <a:srgbClr val="C00000"/>
              </a:gs>
            </a:gsLst>
            <a:lin ang="0" scaled="1"/>
            <a:tileRect/>
          </a:gradFill>
          <a:ln w="9525">
            <a:noFill/>
            <a:miter lim="800000"/>
          </a:ln>
        </p:spPr>
        <p:txBody>
          <a:bodyPr wrap="none" anchor="ctr"/>
          <a:lstStyle>
            <a:lvl1pPr>
              <a:defRPr kumimoji="1" sz="2400" b="1">
                <a:solidFill>
                  <a:schemeClr val="tx1"/>
                </a:solidFill>
                <a:latin typeface="SimHei" panose="02020603050405020304" pitchFamily="18" charset="0"/>
                <a:ea typeface="SimHei" panose="02010609030101010101" pitchFamily="49" charset="-122"/>
              </a:defRPr>
            </a:lvl1pPr>
            <a:lvl2pPr marL="742950" indent="-285750">
              <a:defRPr kumimoji="1" sz="2400" b="1">
                <a:solidFill>
                  <a:schemeClr val="tx1"/>
                </a:solidFill>
                <a:latin typeface="SimHei" panose="02020603050405020304" pitchFamily="18" charset="0"/>
                <a:ea typeface="SimHei" panose="02010609030101010101" pitchFamily="49" charset="-122"/>
              </a:defRPr>
            </a:lvl2pPr>
            <a:lvl3pPr marL="1143000" indent="-228600">
              <a:defRPr kumimoji="1" sz="2400" b="1">
                <a:solidFill>
                  <a:schemeClr val="tx1"/>
                </a:solidFill>
                <a:latin typeface="SimHei" panose="02020603050405020304" pitchFamily="18" charset="0"/>
                <a:ea typeface="SimHei" panose="02010609030101010101" pitchFamily="49" charset="-122"/>
              </a:defRPr>
            </a:lvl3pPr>
            <a:lvl4pPr marL="1600200" indent="-228600">
              <a:defRPr kumimoji="1" sz="2400" b="1">
                <a:solidFill>
                  <a:schemeClr val="tx1"/>
                </a:solidFill>
                <a:latin typeface="SimHei" panose="02020603050405020304" pitchFamily="18" charset="0"/>
                <a:ea typeface="SimHei" panose="02010609030101010101" pitchFamily="49" charset="-122"/>
              </a:defRPr>
            </a:lvl4pPr>
            <a:lvl5pPr marL="2057400" indent="-228600">
              <a:defRPr kumimoji="1" sz="2400" b="1">
                <a:solidFill>
                  <a:schemeClr val="tx1"/>
                </a:solidFill>
                <a:latin typeface="SimHei" panose="02020603050405020304" pitchFamily="18" charset="0"/>
                <a:ea typeface="SimHei" panose="02010609030101010101" pitchFamily="49" charset="-122"/>
              </a:defRPr>
            </a:lvl5pPr>
            <a:lvl6pPr marL="25146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6pPr>
            <a:lvl7pPr marL="29718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7pPr>
            <a:lvl8pPr marL="34290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8pPr>
            <a:lvl9pPr marL="3886200" indent="-228600" eaLnBrk="0" fontAlgn="base" hangingPunct="0">
              <a:spcBef>
                <a:spcPct val="0"/>
              </a:spcBef>
              <a:spcAft>
                <a:spcPct val="0"/>
              </a:spcAft>
              <a:defRPr kumimoji="1" sz="2400" b="1">
                <a:solidFill>
                  <a:schemeClr val="tx1"/>
                </a:solidFill>
                <a:latin typeface="SimHei" panose="02020603050405020304" pitchFamily="18" charset="0"/>
                <a:ea typeface="SimHei" panose="02010609030101010101" pitchFamily="49" charset="-122"/>
              </a:defRPr>
            </a:lvl9pPr>
          </a:lstStyle>
          <a:p>
            <a:pPr algn="ctr" eaLnBrk="1" hangingPunct="1">
              <a:defRPr/>
            </a:pPr>
            <a:endParaRPr lang="zh-CN" altLang="en-US" sz="2400"/>
          </a:p>
        </p:txBody>
      </p:sp>
    </p:spTree>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sldNum="0" hdr="0" ftr="0" dt="0"/>
  <p:txStyles>
    <p:titleStyle>
      <a:lvl1pPr algn="l" defTabSz="914400" rtl="0" eaLnBrk="1" fontAlgn="auto" latinLnBrk="0" hangingPunct="1">
        <a:lnSpc>
          <a:spcPct val="100000"/>
        </a:lnSpc>
        <a:spcBef>
          <a:spcPct val="0"/>
        </a:spcBef>
        <a:buNone/>
        <a:defRPr sz="3600" b="1" u="none" strike="noStrike" kern="1200" cap="none" spc="300" normalizeH="0" baseline="0">
          <a:solidFill>
            <a:schemeClr val="tx1">
              <a:lumMod val="85000"/>
              <a:lumOff val="15000"/>
            </a:schemeClr>
          </a:solidFill>
          <a:uFillTx/>
          <a:latin typeface="SimHei" panose="020B0604020202020204" pitchFamily="34" charset="0"/>
          <a:ea typeface="SimHei" panose="020B0503020204020204" pitchFamily="34" charset="-122"/>
          <a:cs typeface="SimHei"/>
        </a:defRPr>
      </a:lvl1pPr>
    </p:titleStyle>
    <p:bodyStyle>
      <a:lvl1pPr marL="228600" indent="-228600" algn="l" defTabSz="914400" rtl="0" eaLnBrk="1" fontAlgn="auto" latinLnBrk="0" hangingPunct="1">
        <a:lnSpc>
          <a:spcPct val="130000"/>
        </a:lnSpc>
        <a:spcBef>
          <a:spcPts val="0"/>
        </a:spcBef>
        <a:spcAft>
          <a:spcPts val="1000"/>
        </a:spcAft>
        <a:buFont typeface="SimHei" panose="020B0604020202020204" pitchFamily="34" charset="0"/>
        <a:buChar char="●"/>
        <a:defRPr sz="1800" u="none" strike="noStrike" kern="1200" cap="none" spc="150" normalizeH="0" baseline="0">
          <a:solidFill>
            <a:schemeClr val="tx1">
              <a:lumMod val="65000"/>
              <a:lumOff val="35000"/>
            </a:schemeClr>
          </a:solidFill>
          <a:uFillTx/>
          <a:latin typeface="SimHei" panose="020B0604020202020204" pitchFamily="34" charset="0"/>
          <a:ea typeface="SimHei" panose="020B0503020204020204" pitchFamily="34" charset="-122"/>
          <a:cs typeface="SimHei"/>
        </a:defRPr>
      </a:lvl1pPr>
      <a:lvl2pPr marL="685800" indent="-228600" algn="l" defTabSz="914400" rtl="0" eaLnBrk="1" fontAlgn="auto" latinLnBrk="0" hangingPunct="1">
        <a:lnSpc>
          <a:spcPct val="120000"/>
        </a:lnSpc>
        <a:spcBef>
          <a:spcPts val="0"/>
        </a:spcBef>
        <a:spcAft>
          <a:spcPts val="600"/>
        </a:spcAft>
        <a:buFont typeface="SimHei" panose="020B0604020202020204" pitchFamily="34" charset="0"/>
        <a:buChar char="●"/>
        <a:tabLst>
          <a:tab pos="1609090" algn="l"/>
          <a:tab pos="1609090" algn="l"/>
          <a:tab pos="1609090" algn="l"/>
          <a:tab pos="1609090" algn="l"/>
        </a:tabLst>
        <a:defRPr sz="1600" u="none" strike="noStrike" kern="1200" cap="none" spc="150" normalizeH="0" baseline="0">
          <a:solidFill>
            <a:schemeClr val="tx1">
              <a:lumMod val="65000"/>
              <a:lumOff val="35000"/>
            </a:schemeClr>
          </a:solidFill>
          <a:uFillTx/>
          <a:latin typeface="SimHei" panose="020B0604020202020204" pitchFamily="34" charset="0"/>
          <a:ea typeface="SimHei" panose="020B0503020204020204" pitchFamily="34" charset="-122"/>
          <a:cs typeface="SimHei"/>
        </a:defRPr>
      </a:lvl2pPr>
      <a:lvl3pPr marL="1143000" indent="-228600" algn="l" defTabSz="914400" rtl="0" eaLnBrk="1" fontAlgn="auto" latinLnBrk="0" hangingPunct="1">
        <a:lnSpc>
          <a:spcPct val="120000"/>
        </a:lnSpc>
        <a:spcBef>
          <a:spcPts val="0"/>
        </a:spcBef>
        <a:spcAft>
          <a:spcPts val="600"/>
        </a:spcAft>
        <a:buFont typeface="SimHei" panose="020B0604020202020204" pitchFamily="34" charset="0"/>
        <a:buChar char="●"/>
        <a:defRPr sz="1600" u="none" strike="noStrike" kern="1200" cap="none" spc="150" normalizeH="0" baseline="0">
          <a:solidFill>
            <a:schemeClr val="tx1">
              <a:lumMod val="65000"/>
              <a:lumOff val="35000"/>
            </a:schemeClr>
          </a:solidFill>
          <a:uFillTx/>
          <a:latin typeface="SimHei" panose="020B0604020202020204" pitchFamily="34" charset="0"/>
          <a:ea typeface="SimHei" panose="020B0503020204020204" pitchFamily="34" charset="-122"/>
          <a:cs typeface="SimHei"/>
        </a:defRPr>
      </a:lvl3pPr>
      <a:lvl4pPr marL="1600200" indent="-228600" algn="l" defTabSz="914400" rtl="0" eaLnBrk="1" fontAlgn="auto" latinLnBrk="0" hangingPunct="1">
        <a:lnSpc>
          <a:spcPct val="120000"/>
        </a:lnSpc>
        <a:spcBef>
          <a:spcPts val="0"/>
        </a:spcBef>
        <a:spcAft>
          <a:spcPts val="300"/>
        </a:spcAft>
        <a:buFont typeface="SimHei" panose="05000000000000000000" charset="0"/>
        <a:buChar char=""/>
        <a:defRPr sz="1400" u="none" strike="noStrike" kern="1200" cap="none" spc="150" normalizeH="0" baseline="0">
          <a:solidFill>
            <a:schemeClr val="tx1">
              <a:lumMod val="65000"/>
              <a:lumOff val="35000"/>
            </a:schemeClr>
          </a:solidFill>
          <a:uFillTx/>
          <a:latin typeface="SimHei" panose="020B0604020202020204" pitchFamily="34" charset="0"/>
          <a:ea typeface="SimHei" panose="020B0503020204020204" pitchFamily="34" charset="-122"/>
          <a:cs typeface="SimHei"/>
        </a:defRPr>
      </a:lvl4pPr>
      <a:lvl5pPr marL="2057400" indent="-228600" algn="l" defTabSz="914400" rtl="0" eaLnBrk="1" fontAlgn="auto" latinLnBrk="0" hangingPunct="1">
        <a:lnSpc>
          <a:spcPct val="120000"/>
        </a:lnSpc>
        <a:spcBef>
          <a:spcPts val="0"/>
        </a:spcBef>
        <a:spcAft>
          <a:spcPts val="300"/>
        </a:spcAft>
        <a:buFont typeface="SimHei" panose="020B0604020202020204" pitchFamily="34" charset="0"/>
        <a:buChar char="•"/>
        <a:defRPr sz="1400" u="none" strike="noStrike" kern="1200" cap="none" spc="150" normalizeH="0" baseline="0">
          <a:solidFill>
            <a:schemeClr val="tx1">
              <a:lumMod val="65000"/>
              <a:lumOff val="35000"/>
            </a:schemeClr>
          </a:solidFill>
          <a:uFillTx/>
          <a:latin typeface="SimHei" panose="020B0604020202020204" pitchFamily="34" charset="0"/>
          <a:ea typeface="SimHei" panose="020B0503020204020204" pitchFamily="34" charset="-122"/>
          <a:cs typeface="SimHei"/>
        </a:defRPr>
      </a:lvl5pPr>
      <a:lvl6pPr marL="25152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6pPr>
      <a:lvl7pPr marL="29724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7pPr>
      <a:lvl8pPr marL="34296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8pPr>
      <a:lvl9pPr marL="3886835" indent="-228600" algn="l" defTabSz="914400" rtl="0" eaLnBrk="1" latinLnBrk="0" hangingPunct="1">
        <a:lnSpc>
          <a:spcPct val="90000"/>
        </a:lnSpc>
        <a:spcBef>
          <a:spcPts val="500"/>
        </a:spcBef>
        <a:buFont typeface="SimHei" panose="020B0604020202020204" pitchFamily="34" charset="0"/>
        <a:buChar char="•"/>
        <a:defRPr sz="1800" kern="1200">
          <a:solidFill>
            <a:schemeClr val="tx1"/>
          </a:solidFill>
          <a:latin typeface="SimHei"/>
          <a:ea typeface="SimHei"/>
          <a:cs typeface="SimHei"/>
        </a:defRPr>
      </a:lvl9pPr>
    </p:bodyStyle>
    <p:otherStyle>
      <a:defPPr>
        <a:defRPr lang="zh-CN"/>
      </a:defPPr>
      <a:lvl1pPr marL="0" algn="l" defTabSz="914400" rtl="0" eaLnBrk="1" latinLnBrk="0" hangingPunct="1">
        <a:defRPr sz="1800" kern="1200">
          <a:solidFill>
            <a:schemeClr val="tx1"/>
          </a:solidFill>
          <a:latin typeface="SimHei"/>
          <a:ea typeface="SimHei"/>
          <a:cs typeface="SimHei"/>
        </a:defRPr>
      </a:lvl1pPr>
      <a:lvl2pPr marL="457200" algn="l" defTabSz="914400" rtl="0" eaLnBrk="1" latinLnBrk="0" hangingPunct="1">
        <a:defRPr sz="1800" kern="1200">
          <a:solidFill>
            <a:schemeClr val="tx1"/>
          </a:solidFill>
          <a:latin typeface="SimHei"/>
          <a:ea typeface="SimHei"/>
          <a:cs typeface="SimHei"/>
        </a:defRPr>
      </a:lvl2pPr>
      <a:lvl3pPr marL="914400" algn="l" defTabSz="914400" rtl="0" eaLnBrk="1" latinLnBrk="0" hangingPunct="1">
        <a:defRPr sz="1800" kern="1200">
          <a:solidFill>
            <a:schemeClr val="tx1"/>
          </a:solidFill>
          <a:latin typeface="SimHei"/>
          <a:ea typeface="SimHei"/>
          <a:cs typeface="SimHei"/>
        </a:defRPr>
      </a:lvl3pPr>
      <a:lvl4pPr marL="1371600" algn="l" defTabSz="914400" rtl="0" eaLnBrk="1" latinLnBrk="0" hangingPunct="1">
        <a:defRPr sz="1800" kern="1200">
          <a:solidFill>
            <a:schemeClr val="tx1"/>
          </a:solidFill>
          <a:latin typeface="SimHei"/>
          <a:ea typeface="SimHei"/>
          <a:cs typeface="SimHei"/>
        </a:defRPr>
      </a:lvl4pPr>
      <a:lvl5pPr marL="1828800" algn="l" defTabSz="914400" rtl="0" eaLnBrk="1" latinLnBrk="0" hangingPunct="1">
        <a:defRPr sz="1800" kern="1200">
          <a:solidFill>
            <a:schemeClr val="tx1"/>
          </a:solidFill>
          <a:latin typeface="SimHei"/>
          <a:ea typeface="SimHei"/>
          <a:cs typeface="SimHei"/>
        </a:defRPr>
      </a:lvl5pPr>
      <a:lvl6pPr marL="2286000" algn="l" defTabSz="914400" rtl="0" eaLnBrk="1" latinLnBrk="0" hangingPunct="1">
        <a:defRPr sz="1800" kern="1200">
          <a:solidFill>
            <a:schemeClr val="tx1"/>
          </a:solidFill>
          <a:latin typeface="SimHei"/>
          <a:ea typeface="SimHei"/>
          <a:cs typeface="SimHei"/>
        </a:defRPr>
      </a:lvl6pPr>
      <a:lvl7pPr marL="2743835" algn="l" defTabSz="914400" rtl="0" eaLnBrk="1" latinLnBrk="0" hangingPunct="1">
        <a:defRPr sz="1800" kern="1200">
          <a:solidFill>
            <a:schemeClr val="tx1"/>
          </a:solidFill>
          <a:latin typeface="SimHei"/>
          <a:ea typeface="SimHei"/>
          <a:cs typeface="SimHei"/>
        </a:defRPr>
      </a:lvl7pPr>
      <a:lvl8pPr marL="3201035" algn="l" defTabSz="914400" rtl="0" eaLnBrk="1" latinLnBrk="0" hangingPunct="1">
        <a:defRPr sz="1800" kern="1200">
          <a:solidFill>
            <a:schemeClr val="tx1"/>
          </a:solidFill>
          <a:latin typeface="SimHei"/>
          <a:ea typeface="SimHei"/>
          <a:cs typeface="SimHei"/>
        </a:defRPr>
      </a:lvl8pPr>
      <a:lvl9pPr marL="3658235" algn="l" defTabSz="914400" rtl="0" eaLnBrk="1" latinLnBrk="0" hangingPunct="1">
        <a:defRPr sz="1800" kern="1200">
          <a:solidFill>
            <a:schemeClr val="tx1"/>
          </a:solidFill>
          <a:latin typeface="SimHei"/>
          <a:ea typeface="SimHei"/>
          <a:cs typeface="SimHe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1.png"/><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6" name="TextBox 5"/>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 / 30</a:t>
            </a:r>
          </a:p>
        </p:txBody>
      </p:sp>
      <p:sp>
        <p:nvSpPr>
          <p:cNvPr id="7" name="TextBox 6"/>
          <p:cNvSpPr txBox="1"/>
          <p:nvPr/>
        </p:nvSpPr>
        <p:spPr>
          <a:xfrm>
            <a:off x="594360" y="155448"/>
            <a:ext cx="10424160" cy="32004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700" b="1" lang="zh-CN" altLang="en-US">
                <a:solidFill>
                  <a:srgbClr val="526177"/>
                </a:solidFill>
                <a:latin typeface="SimHei"/>
                <a:ea typeface="SimHei"/>
                <a:cs typeface="SimHei"/>
              </a:rPr>
              <a:t>文献分享  /  PAPER READING</a:t>
            </a:r>
          </a:p>
        </p:txBody>
      </p:sp>
      <p:sp>
        <p:nvSpPr>
          <p:cNvPr id="8" name="TextBox 7"/>
          <p:cNvSpPr txBox="1"/>
          <p:nvPr/>
        </p:nvSpPr>
        <p:spPr>
          <a:xfrm>
            <a:off x="694944" y="1042415"/>
            <a:ext cx="10789920" cy="1408176"/>
          </a:xfrm>
          <a:prstGeom prst="rect">
            <a:avLst/>
          </a:prstGeom>
          <a:noFill/>
        </p:spPr>
        <p:txBody>
          <a:bodyPr wrap="square" lIns="13716" rIns="13716" tIns="13716" bIns="13716" anchor="t">
            <a:spAutoFit/>
          </a:bodyPr>
          <a:lstStyle/>
          <a:p>
            <a:pPr algn="ctr">
              <a:lnSpc>
                <a:spcPct val="112000"/>
              </a:lnSpc>
              <a:spcBef>
                <a:spcPts val="0"/>
              </a:spcBef>
              <a:spcAft>
                <a:spcPts val="0"/>
              </a:spcAft>
              <a:buNone/>
            </a:pPr>
            <a:r>
              <a:rPr sz="3600" b="1" lang="zh-CN" altLang="en-US">
                <a:solidFill>
                  <a:srgbClr val="005BC4"/>
                </a:solidFill>
                <a:latin typeface="SimHei"/>
                <a:ea typeface="SimHei"/>
                <a:cs typeface="SimHei"/>
              </a:rPr>
              <a:t>C</a:t>
            </a:r>
            <a:r>
              <a:rPr sz="2592" b="1" lang="zh-CN" altLang="en-US" baseline="-24000">
                <a:solidFill>
                  <a:srgbClr val="005BC4"/>
                </a:solidFill>
                <a:latin typeface="SimHei"/>
                <a:ea typeface="SimHei"/>
                <a:cs typeface="SimHei"/>
              </a:rPr>
              <a:t>4</a:t>
            </a:r>
            <a:r>
              <a:rPr sz="3600" b="1" lang="zh-CN" altLang="en-US">
                <a:solidFill>
                  <a:srgbClr val="005BC4"/>
                </a:solidFill>
                <a:latin typeface="SimHei"/>
                <a:ea typeface="SimHei"/>
                <a:cs typeface="SimHei"/>
              </a:rPr>
              <a:t>F</a:t>
            </a:r>
            <a:r>
              <a:rPr sz="2592" b="1" lang="zh-CN" altLang="en-US" baseline="-24000">
                <a:solidFill>
                  <a:srgbClr val="005BC4"/>
                </a:solidFill>
                <a:latin typeface="SimHei"/>
                <a:ea typeface="SimHei"/>
                <a:cs typeface="SimHei"/>
              </a:rPr>
              <a:t>7</a:t>
            </a:r>
            <a:r>
              <a:rPr sz="3600" b="1" lang="zh-CN" altLang="en-US">
                <a:solidFill>
                  <a:srgbClr val="005BC4"/>
                </a:solidFill>
                <a:latin typeface="SimHei"/>
                <a:ea typeface="SimHei"/>
                <a:cs typeface="SimHei"/>
              </a:rPr>
              <a:t>N 的电子碰撞截面</a:t>
            </a:r>
          </a:p>
          <a:p>
            <a:pPr algn="ctr">
              <a:lnSpc>
                <a:spcPct val="112000"/>
              </a:lnSpc>
              <a:spcBef>
                <a:spcPts val="0"/>
              </a:spcBef>
              <a:spcAft>
                <a:spcPts val="0"/>
              </a:spcAft>
              <a:buNone/>
            </a:pPr>
            <a:r>
              <a:rPr sz="3600" b="1" lang="zh-CN" altLang="en-US">
                <a:solidFill>
                  <a:srgbClr val="005BC4"/>
                </a:solidFill>
                <a:latin typeface="SimHei"/>
                <a:ea typeface="SimHei"/>
                <a:cs typeface="SimHei"/>
              </a:rPr>
              <a:t>与负流注放电特性</a:t>
            </a:r>
          </a:p>
        </p:txBody>
      </p:sp>
      <p:sp>
        <p:nvSpPr>
          <p:cNvPr id="9" name="TextBox 8"/>
          <p:cNvSpPr txBox="1"/>
          <p:nvPr/>
        </p:nvSpPr>
        <p:spPr>
          <a:xfrm>
            <a:off x="813816" y="2752344"/>
            <a:ext cx="10561320" cy="429768"/>
          </a:xfrm>
          <a:prstGeom prst="rect">
            <a:avLst/>
          </a:prstGeom>
          <a:noFill/>
        </p:spPr>
        <p:txBody>
          <a:bodyPr wrap="square" lIns="13716" rIns="13716" tIns="13716" bIns="13716" anchor="t">
            <a:spAutoFit/>
          </a:bodyPr>
          <a:lstStyle/>
          <a:p>
            <a:pPr algn="ctr">
              <a:lnSpc>
                <a:spcPct val="112000"/>
              </a:lnSpc>
              <a:spcBef>
                <a:spcPts val="0"/>
              </a:spcBef>
              <a:spcAft>
                <a:spcPts val="0"/>
              </a:spcAft>
              <a:buNone/>
            </a:pPr>
            <a:r>
              <a:rPr sz="2300" b="1" lang="zh-CN" altLang="en-US">
                <a:solidFill>
                  <a:srgbClr val="C00000"/>
                </a:solidFill>
                <a:latin typeface="SimHei"/>
                <a:ea typeface="SimHei"/>
                <a:cs typeface="SimHei"/>
              </a:rPr>
              <a:t>新型环保气体微观放电参数研究｜文献分享</a:t>
            </a:r>
          </a:p>
        </p:txBody>
      </p:sp>
      <p:sp>
        <p:nvSpPr>
          <p:cNvPr id="10" name="Rounded Rectangle 9"/>
          <p:cNvSpPr/>
          <p:nvPr/>
        </p:nvSpPr>
        <p:spPr>
          <a:xfrm>
            <a:off x="667512" y="3602736"/>
            <a:ext cx="5358384" cy="1682496"/>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67512" y="3602736"/>
            <a:ext cx="50292" cy="1682496"/>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3" y="3721608"/>
            <a:ext cx="50292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文献一｜电子碰撞数据</a:t>
            </a:r>
          </a:p>
        </p:txBody>
      </p:sp>
      <p:sp>
        <p:nvSpPr>
          <p:cNvPr id="13" name="TextBox 12"/>
          <p:cNvSpPr txBox="1"/>
          <p:nvPr/>
        </p:nvSpPr>
        <p:spPr>
          <a:xfrm>
            <a:off x="832103" y="4242816"/>
            <a:ext cx="5029200" cy="96012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0" lang="zh-CN" altLang="en-US">
                <a:solidFill>
                  <a:srgbClr val="000000"/>
                </a:solidFill>
                <a:latin typeface="SimHei"/>
                <a:ea typeface="SimHei"/>
                <a:cs typeface="SimHei"/>
              </a:rPr>
              <a:t>Metting van Rijn &amp; Franck (2026)</a:t>
            </a:r>
          </a:p>
          <a:p>
            <a:pPr algn="l">
              <a:lnSpc>
                <a:spcPct val="112000"/>
              </a:lnSpc>
              <a:spcBef>
                <a:spcPts val="0"/>
              </a:spcBef>
              <a:spcAft>
                <a:spcPts val="0"/>
              </a:spcAft>
              <a:buNone/>
            </a:pPr>
            <a:r>
              <a:rPr sz="1800" b="0" lang="zh-CN" altLang="en-US">
                <a:solidFill>
                  <a:srgbClr val="000000"/>
                </a:solidFill>
                <a:latin typeface="SimHei"/>
                <a:ea typeface="SimHei"/>
                <a:cs typeface="SimHei"/>
              </a:rPr>
              <a:t>J. Phys. D 59, 125201</a:t>
            </a:r>
          </a:p>
          <a:p>
            <a:pPr algn="l">
              <a:lnSpc>
                <a:spcPct val="112000"/>
              </a:lnSpc>
              <a:spcBef>
                <a:spcPts val="0"/>
              </a:spcBef>
              <a:spcAft>
                <a:spcPts val="0"/>
              </a:spcAft>
              <a:buNone/>
            </a:pPr>
            <a:r>
              <a:rPr sz="1800" b="0" lang="zh-CN" altLang="en-US">
                <a:solidFill>
                  <a:srgbClr val="000000"/>
                </a:solidFill>
                <a:latin typeface="SimHei"/>
                <a:ea typeface="SimHei"/>
                <a:cs typeface="SimHei"/>
              </a:rPr>
              <a:t>截面构建与群参数检验</a:t>
            </a:r>
          </a:p>
        </p:txBody>
      </p:sp>
      <p:sp>
        <p:nvSpPr>
          <p:cNvPr id="14" name="Rounded Rectangle 13"/>
          <p:cNvSpPr/>
          <p:nvPr/>
        </p:nvSpPr>
        <p:spPr>
          <a:xfrm>
            <a:off x="6190488" y="3602736"/>
            <a:ext cx="5358384" cy="1682496"/>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0488" y="3602736"/>
            <a:ext cx="50292" cy="1682496"/>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55079" y="3721608"/>
            <a:ext cx="50292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文献二｜针板负流注</a:t>
            </a:r>
          </a:p>
        </p:txBody>
      </p:sp>
      <p:sp>
        <p:nvSpPr>
          <p:cNvPr id="17" name="TextBox 16"/>
          <p:cNvSpPr txBox="1"/>
          <p:nvPr/>
        </p:nvSpPr>
        <p:spPr>
          <a:xfrm>
            <a:off x="6355079" y="4242816"/>
            <a:ext cx="5029200" cy="96012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0" lang="zh-CN" altLang="en-US">
                <a:solidFill>
                  <a:srgbClr val="000000"/>
                </a:solidFill>
                <a:latin typeface="SimHei"/>
                <a:ea typeface="SimHei"/>
                <a:cs typeface="SimHei"/>
              </a:rPr>
              <a:t>Simonovic et al. (2025)</a:t>
            </a:r>
          </a:p>
          <a:p>
            <a:pPr algn="l">
              <a:lnSpc>
                <a:spcPct val="112000"/>
              </a:lnSpc>
              <a:spcBef>
                <a:spcPts val="0"/>
              </a:spcBef>
              <a:spcAft>
                <a:spcPts val="0"/>
              </a:spcAft>
              <a:buNone/>
            </a:pPr>
            <a:r>
              <a:rPr sz="1800" b="0" lang="zh-CN" altLang="en-US">
                <a:solidFill>
                  <a:srgbClr val="000000"/>
                </a:solidFill>
                <a:latin typeface="SimHei"/>
                <a:ea typeface="SimHei"/>
                <a:cs typeface="SimHei"/>
              </a:rPr>
              <a:t>Plasma Sources Sci. Technol. 34, 125004</a:t>
            </a:r>
          </a:p>
          <a:p>
            <a:pPr algn="l">
              <a:lnSpc>
                <a:spcPct val="112000"/>
              </a:lnSpc>
              <a:spcBef>
                <a:spcPts val="0"/>
              </a:spcBef>
              <a:spcAft>
                <a:spcPts val="0"/>
              </a:spcAft>
              <a:buNone/>
            </a:pPr>
            <a:r>
              <a:rPr sz="1800" b="0" lang="zh-CN" altLang="en-US">
                <a:solidFill>
                  <a:srgbClr val="000000"/>
                </a:solidFill>
                <a:latin typeface="SimHei"/>
                <a:ea typeface="SimHei"/>
                <a:cs typeface="SimHei"/>
              </a:rPr>
              <a:t>非均匀场中的混合气比较</a:t>
            </a:r>
          </a:p>
        </p:txBody>
      </p:sp>
      <p:sp>
        <p:nvSpPr>
          <p:cNvPr id="18" name="TextBox 17"/>
          <p:cNvSpPr txBox="1"/>
          <p:nvPr/>
        </p:nvSpPr>
        <p:spPr>
          <a:xfrm>
            <a:off x="777240" y="5742432"/>
            <a:ext cx="5486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汇报人：刘沛琼</a:t>
            </a:r>
          </a:p>
        </p:txBody>
      </p:sp>
      <p:sp>
        <p:nvSpPr>
          <p:cNvPr id="19" name="TextBox 18"/>
          <p:cNvSpPr txBox="1"/>
          <p:nvPr/>
        </p:nvSpPr>
        <p:spPr>
          <a:xfrm>
            <a:off x="7863840" y="5742432"/>
            <a:ext cx="356616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日期：____________</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研究背景：SF</a:t>
            </a:r>
            <a:r>
              <a:rPr sz="1943" b="1" lang="zh-CN" altLang="en-US" baseline="-24000">
                <a:solidFill>
                  <a:srgbClr val="000000"/>
                </a:solidFill>
                <a:latin typeface="SimHei"/>
                <a:ea typeface="SimHei"/>
                <a:cs typeface="SimHei"/>
              </a:rPr>
              <a:t>6</a:t>
            </a:r>
            <a:r>
              <a:rPr sz="2700" b="1" lang="zh-CN" altLang="en-US">
                <a:solidFill>
                  <a:srgbClr val="000000"/>
                </a:solidFill>
                <a:latin typeface="SimHei"/>
                <a:ea typeface="SimHei"/>
                <a:cs typeface="SimHei"/>
              </a:rPr>
              <a:t>替代与环保绝缘气体研究</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02</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总体需求：寻找低环境影响的替代气体，并明确其绝缘机理</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 / 30</a:t>
            </a:r>
          </a:p>
        </p:txBody>
      </p:sp>
      <p:sp>
        <p:nvSpPr>
          <p:cNvPr id="12" name="Rounded Rectangle 11"/>
          <p:cNvSpPr/>
          <p:nvPr/>
        </p:nvSpPr>
        <p:spPr>
          <a:xfrm>
            <a:off x="576072" y="1691640"/>
            <a:ext cx="3429000" cy="3127248"/>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76072" y="1691640"/>
            <a:ext cx="50292" cy="3127248"/>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1810512"/>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应用基础</a:t>
            </a:r>
          </a:p>
        </p:txBody>
      </p:sp>
      <p:sp>
        <p:nvSpPr>
          <p:cNvPr id="15" name="TextBox 14"/>
          <p:cNvSpPr txBox="1"/>
          <p:nvPr/>
        </p:nvSpPr>
        <p:spPr>
          <a:xfrm>
            <a:off x="740664" y="2331720"/>
            <a:ext cx="3099816" cy="240487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SF</a:t>
            </a:r>
            <a:r>
              <a:rPr sz="1584" b="0" lang="zh-CN" altLang="en-US" baseline="-24000">
                <a:solidFill>
                  <a:srgbClr val="000000"/>
                </a:solidFill>
                <a:latin typeface="SimHei"/>
                <a:ea typeface="SimHei"/>
                <a:cs typeface="SimHei"/>
              </a:rPr>
              <a:t>6</a:t>
            </a:r>
            <a:r>
              <a:rPr sz="2200" b="0" lang="zh-CN" altLang="en-US">
                <a:solidFill>
                  <a:srgbClr val="000000"/>
                </a:solidFill>
                <a:latin typeface="SimHei"/>
                <a:ea typeface="SimHei"/>
                <a:cs typeface="SimHei"/>
              </a:rPr>
              <a:t>具有优良的气体绝缘性能，广泛用于高压技术。</a:t>
            </a:r>
          </a:p>
        </p:txBody>
      </p:sp>
      <p:sp>
        <p:nvSpPr>
          <p:cNvPr id="16" name="Rounded Rectangle 15"/>
          <p:cNvSpPr/>
          <p:nvPr/>
        </p:nvSpPr>
        <p:spPr>
          <a:xfrm>
            <a:off x="4398264" y="1691640"/>
            <a:ext cx="3429000" cy="3127248"/>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1691640"/>
            <a:ext cx="50292" cy="3127248"/>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62855" y="1810512"/>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环境约束</a:t>
            </a:r>
          </a:p>
        </p:txBody>
      </p:sp>
      <p:sp>
        <p:nvSpPr>
          <p:cNvPr id="19" name="TextBox 18"/>
          <p:cNvSpPr txBox="1"/>
          <p:nvPr/>
        </p:nvSpPr>
        <p:spPr>
          <a:xfrm>
            <a:off x="4562855" y="2331720"/>
            <a:ext cx="3099816" cy="240487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SF</a:t>
            </a:r>
            <a:r>
              <a:rPr sz="1584" b="0" lang="zh-CN" altLang="en-US" baseline="-24000">
                <a:solidFill>
                  <a:srgbClr val="000000"/>
                </a:solidFill>
                <a:latin typeface="SimHei"/>
                <a:ea typeface="SimHei"/>
                <a:cs typeface="SimHei"/>
              </a:rPr>
              <a:t>6</a:t>
            </a:r>
            <a:r>
              <a:rPr sz="2200" b="0" lang="zh-CN" altLang="en-US">
                <a:solidFill>
                  <a:srgbClr val="000000"/>
                </a:solidFill>
                <a:latin typeface="SimHei"/>
                <a:ea typeface="SimHei"/>
                <a:cs typeface="SimHei"/>
              </a:rPr>
              <a:t>是强温室气体，推动了替代气体及其混合气的研究。</a:t>
            </a:r>
          </a:p>
        </p:txBody>
      </p:sp>
      <p:sp>
        <p:nvSpPr>
          <p:cNvPr id="20" name="Rounded Rectangle 19"/>
          <p:cNvSpPr/>
          <p:nvPr/>
        </p:nvSpPr>
        <p:spPr>
          <a:xfrm>
            <a:off x="8220456" y="1691640"/>
            <a:ext cx="3429000" cy="3127248"/>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0456" y="1691640"/>
            <a:ext cx="50292" cy="3127248"/>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5048" y="1810512"/>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研究需求</a:t>
            </a:r>
          </a:p>
        </p:txBody>
      </p:sp>
      <p:sp>
        <p:nvSpPr>
          <p:cNvPr id="23" name="TextBox 22"/>
          <p:cNvSpPr txBox="1"/>
          <p:nvPr/>
        </p:nvSpPr>
        <p:spPr>
          <a:xfrm>
            <a:off x="8385048" y="2331720"/>
            <a:ext cx="3099816" cy="240487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不能只判断“是否环保”，还要解释“怎样绝缘、何时失效”。</a:t>
            </a:r>
          </a:p>
        </p:txBody>
      </p:sp>
      <p:sp>
        <p:nvSpPr>
          <p:cNvPr id="24" name="TextBox 23"/>
          <p:cNvSpPr txBox="1"/>
          <p:nvPr/>
        </p:nvSpPr>
        <p:spPr>
          <a:xfrm>
            <a:off x="786384" y="5148072"/>
            <a:ext cx="10661904"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替代气体评价：环境属性 + 微观碰撞过程 + 非均匀放电行为。</a:t>
            </a:r>
          </a:p>
        </p:txBody>
      </p:sp>
      <p:sp>
        <p:nvSpPr>
          <p:cNvPr id="25" name="Rounded Rectangle 24"/>
          <p:cNvSpPr/>
          <p:nvPr/>
        </p:nvSpPr>
        <p:spPr>
          <a:xfrm>
            <a:off x="502920" y="5843016"/>
            <a:ext cx="11201400" cy="448056"/>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934455"/>
            <a:ext cx="10835640" cy="31089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005BC4"/>
                </a:solidFill>
                <a:latin typeface="SimHei"/>
                <a:ea typeface="SimHei"/>
                <a:cs typeface="SimHei"/>
              </a:rPr>
              <a:t>面向新型环保气体，建立微观数据与绝缘性能之间的物理联系。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研究背景：新型气体的微观过程为何更复杂？</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03</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复杂分子、混合配比与非均匀放电，使参数获取和应用都更具挑战</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3 / 30</a:t>
            </a:r>
          </a:p>
        </p:txBody>
      </p:sp>
      <p:graphicFrame>
        <p:nvGraphicFramePr>
          <p:cNvPr id="12" name="Table 11"/>
          <p:cNvGraphicFramePr>
            <a:graphicFrameLocks noGrp="1"/>
          </p:cNvGraphicFramePr>
          <p:nvPr/>
        </p:nvGraphicFramePr>
        <p:xfrm>
          <a:off x="594360" y="1591056"/>
          <a:ext cx="10981944" cy="3474720"/>
        </p:xfrm>
        <a:graphic>
          <a:graphicData uri="http://schemas.openxmlformats.org/drawingml/2006/table">
            <a:tbl>
              <a:tblPr firstRow="1" bandRow="1">
                <a:tableStyleId>{5C22544A-7EE6-4342-B048-85BDC9FD1C3A}</a:tableStyleId>
              </a:tblPr>
              <a:tblGrid>
                <a:gridCol w="1463040"/>
                <a:gridCol w="4828032"/>
                <a:gridCol w="4690872"/>
              </a:tblGrid>
              <a:tr h="457200">
                <a:tc>
                  <a:txBody>
                    <a:bodyPr wrap="square" lIns="64008" rIns="64008" tIns="64008" bIns="64008" anchor="ctr"/>
                    <a:lstStyle/>
                    <a:p>
                      <a:pPr algn="l">
                        <a:lnSpc>
                          <a:spcPct val="112000"/>
                        </a:lnSpc>
                        <a:spcBef>
                          <a:spcPts val="0"/>
                        </a:spcBef>
                        <a:spcAft>
                          <a:spcPts val="0"/>
                        </a:spcAft>
                        <a:buNone/>
                      </a:pPr>
                      <a:r>
                        <a:rPr sz="2000" b="1" lang="zh-CN" altLang="en-US">
                          <a:solidFill>
                            <a:srgbClr val="FFFFFF"/>
                          </a:solidFill>
                          <a:latin typeface="SimHei"/>
                          <a:ea typeface="SimHei"/>
                          <a:cs typeface="SimHei"/>
                        </a:rPr>
                        <a:t>研究层面</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2000" b="1" lang="zh-CN" altLang="en-US">
                          <a:solidFill>
                            <a:srgbClr val="FFFFFF"/>
                          </a:solidFill>
                          <a:latin typeface="SimHei"/>
                          <a:ea typeface="SimHei"/>
                          <a:cs typeface="SimHei"/>
                        </a:rPr>
                        <a:t>主要问题</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2000" b="1" lang="zh-CN" altLang="en-US">
                          <a:solidFill>
                            <a:srgbClr val="FFFFFF"/>
                          </a:solidFill>
                          <a:latin typeface="SimHei"/>
                          <a:ea typeface="SimHei"/>
                          <a:cs typeface="SimHei"/>
                        </a:rPr>
                        <a:t>对微观数据的要求</a:t>
                      </a:r>
                    </a:p>
                  </a:txBody>
                  <a:tcPr marL="109728" marR="109728" marT="54864" marB="54864">
                    <a:solidFill>
                      <a:srgbClr val="005BC4"/>
                    </a:solidFill>
                  </a:tcPr>
                </a:tc>
              </a:tr>
              <a:tr h="1005840">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分子碰撞</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多类振动、电子激发、附着与电离通道并存</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阈值、共振和幅值需合理约束</a:t>
                      </a:r>
                    </a:p>
                  </a:txBody>
                  <a:tcPr marL="109728" marR="109728" marT="54864" marB="54864">
                    <a:solidFill>
                      <a:srgbClr val="EDF4FF"/>
                    </a:solidFill>
                  </a:tcPr>
                </a:tc>
              </a:tr>
              <a:tr h="1005840">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混合气体</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CO</a:t>
                      </a:r>
                      <a:r>
                        <a:rPr sz="1439" b="0" lang="zh-CN" altLang="en-US" baseline="-24000">
                          <a:solidFill>
                            <a:srgbClr val="000000"/>
                          </a:solidFill>
                          <a:latin typeface="SimHei"/>
                          <a:ea typeface="SimHei"/>
                          <a:cs typeface="SimHei"/>
                        </a:rPr>
                        <a:t>2</a:t>
                      </a:r>
                      <a:r>
                        <a:rPr sz="2000" b="0" lang="zh-CN" altLang="en-US">
                          <a:solidFill>
                            <a:srgbClr val="000000"/>
                          </a:solidFill>
                          <a:latin typeface="SimHei"/>
                          <a:ea typeface="SimHei"/>
                          <a:cs typeface="SimHei"/>
                        </a:rPr>
                        <a:t>/C</a:t>
                      </a:r>
                      <a:r>
                        <a:rPr sz="1439" b="0" lang="zh-CN" altLang="en-US" baseline="-24000">
                          <a:solidFill>
                            <a:srgbClr val="000000"/>
                          </a:solidFill>
                          <a:latin typeface="SimHei"/>
                          <a:ea typeface="SimHei"/>
                          <a:cs typeface="SimHei"/>
                        </a:rPr>
                        <a:t>4</a:t>
                      </a:r>
                      <a:r>
                        <a:rPr sz="2000" b="0" lang="zh-CN" altLang="en-US">
                          <a:solidFill>
                            <a:srgbClr val="000000"/>
                          </a:solidFill>
                          <a:latin typeface="SimHei"/>
                          <a:ea typeface="SimHei"/>
                          <a:cs typeface="SimHei"/>
                        </a:rPr>
                        <a:t>F</a:t>
                      </a:r>
                      <a:r>
                        <a:rPr sz="1439" b="0" lang="zh-CN" altLang="en-US" baseline="-24000">
                          <a:solidFill>
                            <a:srgbClr val="000000"/>
                          </a:solidFill>
                          <a:latin typeface="SimHei"/>
                          <a:ea typeface="SimHei"/>
                          <a:cs typeface="SimHei"/>
                        </a:rPr>
                        <a:t>7</a:t>
                      </a:r>
                      <a:r>
                        <a:rPr sz="2000" b="0" lang="zh-CN" altLang="en-US">
                          <a:solidFill>
                            <a:srgbClr val="000000"/>
                          </a:solidFill>
                          <a:latin typeface="SimHei"/>
                          <a:ea typeface="SimHei"/>
                          <a:cs typeface="SimHei"/>
                        </a:rPr>
                        <a:t>N 等配比改变电子能量分布</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多配比、多参数联合检验</a:t>
                      </a:r>
                    </a:p>
                  </a:txBody>
                  <a:tcPr marL="109728" marR="109728" marT="54864" marB="54864">
                    <a:solidFill>
                      <a:srgbClr val="FFFFFF"/>
                    </a:solidFill>
                  </a:tcPr>
                </a:tc>
              </a:tr>
              <a:tr h="1005840">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放电过程</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局部电场、空间电荷与粒子反应相互耦合</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统一定义后输入自洽放电模型</a:t>
                      </a:r>
                    </a:p>
                  </a:txBody>
                  <a:tcPr marL="109728" marR="109728" marT="54864" marB="54864">
                    <a:solidFill>
                      <a:srgbClr val="EDF4FF"/>
                    </a:solidFill>
                  </a:tcPr>
                </a:tc>
              </a:tr>
            </a:tbl>
          </a:graphicData>
        </a:graphic>
      </p:graphicFrame>
      <p:sp>
        <p:nvSpPr>
          <p:cNvPr id="13" name="Rounded Rectangle 12"/>
          <p:cNvSpPr/>
          <p:nvPr/>
        </p:nvSpPr>
        <p:spPr>
          <a:xfrm>
            <a:off x="502920" y="5797296"/>
            <a:ext cx="11201400" cy="502920"/>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888736"/>
            <a:ext cx="10835640" cy="36576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005BC4"/>
                </a:solidFill>
                <a:latin typeface="SimHei"/>
                <a:ea typeface="SimHei"/>
                <a:cs typeface="SimHei"/>
              </a:rPr>
              <a:t>同一种气体的单条群参数曲线，不能覆盖所有混合配方与放电工况。</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研究背景：基础微观放电参数体系</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04</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我的研究方向：新型环保气体的电子群参数与电子—分子碰撞截面</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4 / 30</a:t>
            </a:r>
          </a:p>
        </p:txBody>
      </p:sp>
      <p:sp>
        <p:nvSpPr>
          <p:cNvPr id="12" name="Rectangle 11"/>
          <p:cNvSpPr/>
          <p:nvPr/>
        </p:nvSpPr>
        <p:spPr>
          <a:xfrm>
            <a:off x="621792" y="1517904"/>
            <a:ext cx="10945368" cy="493776"/>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1591056"/>
            <a:ext cx="10579608" cy="310896"/>
          </a:xfrm>
          <a:prstGeom prst="rect">
            <a:avLst/>
          </a:prstGeom>
          <a:noFill/>
        </p:spPr>
        <p:txBody>
          <a:bodyPr wrap="square" lIns="13716" rIns="13716" tIns="13716" bIns="13716" anchor="t">
            <a:spAutoFit/>
          </a:bodyPr>
          <a:lstStyle/>
          <a:p>
            <a:pPr algn="ctr">
              <a:lnSpc>
                <a:spcPct val="112000"/>
              </a:lnSpc>
              <a:spcBef>
                <a:spcPts val="0"/>
              </a:spcBef>
              <a:spcAft>
                <a:spcPts val="0"/>
              </a:spcAft>
              <a:buNone/>
            </a:pPr>
            <a:r>
              <a:rPr sz="2300" b="1" lang="zh-CN" altLang="en-US">
                <a:solidFill>
                  <a:srgbClr val="FFFFFF"/>
                </a:solidFill>
                <a:latin typeface="SimHei"/>
                <a:ea typeface="SimHei"/>
                <a:cs typeface="SimHei"/>
              </a:rPr>
              <a:t>基础微观放电参数与绝缘评价</a:t>
            </a:r>
          </a:p>
        </p:txBody>
      </p:sp>
      <p:sp>
        <p:nvSpPr>
          <p:cNvPr id="14" name="TextBox 13"/>
          <p:cNvSpPr txBox="1"/>
          <p:nvPr/>
        </p:nvSpPr>
        <p:spPr>
          <a:xfrm>
            <a:off x="758952" y="2212848"/>
            <a:ext cx="4416552" cy="310896"/>
          </a:xfrm>
          <a:prstGeom prst="rect">
            <a:avLst/>
          </a:prstGeom>
          <a:noFill/>
        </p:spPr>
        <p:txBody>
          <a:bodyPr wrap="square" lIns="13716" rIns="13716" tIns="13716" bIns="13716" anchor="t">
            <a:spAutoFit/>
          </a:bodyPr>
          <a:lstStyle/>
          <a:p>
            <a:pPr algn="ctr">
              <a:lnSpc>
                <a:spcPct val="112000"/>
              </a:lnSpc>
              <a:spcBef>
                <a:spcPts val="0"/>
              </a:spcBef>
              <a:spcAft>
                <a:spcPts val="0"/>
              </a:spcAft>
              <a:buNone/>
            </a:pPr>
            <a:r>
              <a:rPr sz="2000" b="1" lang="zh-CN" altLang="en-US">
                <a:solidFill>
                  <a:srgbClr val="005BC4"/>
                </a:solidFill>
                <a:latin typeface="SimHei"/>
                <a:ea typeface="SimHei"/>
                <a:cs typeface="SimHei"/>
              </a:rPr>
              <a:t>散射 / 谱学 / 理论计算</a:t>
            </a:r>
          </a:p>
        </p:txBody>
      </p:sp>
      <p:sp>
        <p:nvSpPr>
          <p:cNvPr id="15" name="TextBox 14"/>
          <p:cNvSpPr txBox="1"/>
          <p:nvPr/>
        </p:nvSpPr>
        <p:spPr>
          <a:xfrm>
            <a:off x="6894576" y="2212848"/>
            <a:ext cx="4389120" cy="310896"/>
          </a:xfrm>
          <a:prstGeom prst="rect">
            <a:avLst/>
          </a:prstGeom>
          <a:noFill/>
        </p:spPr>
        <p:txBody>
          <a:bodyPr wrap="square" lIns="13716" rIns="13716" tIns="13716" bIns="13716" anchor="t">
            <a:spAutoFit/>
          </a:bodyPr>
          <a:lstStyle/>
          <a:p>
            <a:pPr algn="ctr">
              <a:lnSpc>
                <a:spcPct val="112000"/>
              </a:lnSpc>
              <a:spcBef>
                <a:spcPts val="0"/>
              </a:spcBef>
              <a:spcAft>
                <a:spcPts val="0"/>
              </a:spcAft>
              <a:buNone/>
            </a:pPr>
            <a:r>
              <a:rPr sz="2000" b="1" lang="zh-CN" altLang="en-US">
                <a:solidFill>
                  <a:srgbClr val="005BC4"/>
                </a:solidFill>
                <a:latin typeface="SimHei"/>
                <a:ea typeface="SimHei"/>
                <a:cs typeface="SimHei"/>
              </a:rPr>
              <a:t>SST / PT / TOF 群实验</a:t>
            </a:r>
          </a:p>
        </p:txBody>
      </p:sp>
      <p:sp>
        <p:nvSpPr>
          <p:cNvPr id="16" name="Rounded Rectangle 15"/>
          <p:cNvSpPr/>
          <p:nvPr/>
        </p:nvSpPr>
        <p:spPr>
          <a:xfrm>
            <a:off x="731520" y="2715768"/>
            <a:ext cx="4471416" cy="1527048"/>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1520" y="2715768"/>
            <a:ext cx="50292" cy="1527048"/>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2834640"/>
            <a:ext cx="4142231"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碰撞截面 σ</a:t>
            </a:r>
            <a:r>
              <a:rPr sz="1584" b="1" lang="zh-CN" altLang="en-US" baseline="-24000">
                <a:solidFill>
                  <a:srgbClr val="005BC4"/>
                </a:solidFill>
                <a:latin typeface="SimHei"/>
                <a:ea typeface="SimHei"/>
                <a:cs typeface="SimHei"/>
              </a:rPr>
              <a:t>j</a:t>
            </a:r>
            <a:r>
              <a:rPr sz="2200" b="1" lang="zh-CN" altLang="en-US">
                <a:solidFill>
                  <a:srgbClr val="005BC4"/>
                </a:solidFill>
                <a:latin typeface="SimHei"/>
                <a:ea typeface="SimHei"/>
                <a:cs typeface="SimHei"/>
              </a:rPr>
              <a:t>(ε)</a:t>
            </a:r>
          </a:p>
        </p:txBody>
      </p:sp>
      <p:sp>
        <p:nvSpPr>
          <p:cNvPr id="19" name="TextBox 18"/>
          <p:cNvSpPr txBox="1"/>
          <p:nvPr/>
        </p:nvSpPr>
        <p:spPr>
          <a:xfrm>
            <a:off x="896112" y="3355848"/>
            <a:ext cx="4142231" cy="804671"/>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弹性 / 振动 / 电子激发</a:t>
            </a:r>
          </a:p>
          <a:p>
            <a:pPr algn="l">
              <a:lnSpc>
                <a:spcPct val="112000"/>
              </a:lnSpc>
              <a:spcBef>
                <a:spcPts val="0"/>
              </a:spcBef>
              <a:spcAft>
                <a:spcPts val="0"/>
              </a:spcAft>
              <a:buNone/>
            </a:pPr>
            <a:r>
              <a:rPr sz="2100" b="0" lang="zh-CN" altLang="en-US">
                <a:solidFill>
                  <a:srgbClr val="000000"/>
                </a:solidFill>
                <a:latin typeface="SimHei"/>
                <a:ea typeface="SimHei"/>
                <a:cs typeface="SimHei"/>
              </a:rPr>
              <a:t>电离 / 附着</a:t>
            </a:r>
          </a:p>
        </p:txBody>
      </p:sp>
      <p:sp>
        <p:nvSpPr>
          <p:cNvPr id="20" name="Rounded Rectangle 19"/>
          <p:cNvSpPr/>
          <p:nvPr/>
        </p:nvSpPr>
        <p:spPr>
          <a:xfrm>
            <a:off x="6894576" y="2715768"/>
            <a:ext cx="4489704" cy="1527048"/>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94576" y="2715768"/>
            <a:ext cx="50292" cy="1527048"/>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59168" y="2834640"/>
            <a:ext cx="41605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电子群参数</a:t>
            </a:r>
          </a:p>
        </p:txBody>
      </p:sp>
      <p:sp>
        <p:nvSpPr>
          <p:cNvPr id="23" name="TextBox 22"/>
          <p:cNvSpPr txBox="1"/>
          <p:nvPr/>
        </p:nvSpPr>
        <p:spPr>
          <a:xfrm>
            <a:off x="7059168" y="3355848"/>
            <a:ext cx="4160520" cy="804671"/>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漂移 / 扩散 / 电离 / 附着</a:t>
            </a:r>
          </a:p>
          <a:p>
            <a:pPr algn="l">
              <a:lnSpc>
                <a:spcPct val="112000"/>
              </a:lnSpc>
              <a:spcBef>
                <a:spcPts val="0"/>
              </a:spcBef>
              <a:spcAft>
                <a:spcPts val="0"/>
              </a:spcAft>
              <a:buNone/>
            </a:pPr>
            <a:r>
              <a:rPr sz="2000" b="0" lang="zh-CN" altLang="en-US">
                <a:solidFill>
                  <a:srgbClr val="000000"/>
                </a:solidFill>
                <a:latin typeface="SimHei"/>
                <a:ea typeface="SimHei"/>
                <a:cs typeface="SimHei"/>
              </a:rPr>
              <a:t>扩展：解附着、离子转化</a:t>
            </a:r>
          </a:p>
        </p:txBody>
      </p:sp>
      <p:sp>
        <p:nvSpPr>
          <p:cNvPr id="24" name="TextBox 23"/>
          <p:cNvSpPr txBox="1"/>
          <p:nvPr/>
        </p:nvSpPr>
        <p:spPr>
          <a:xfrm>
            <a:off x="5321808" y="3026664"/>
            <a:ext cx="1417320" cy="365760"/>
          </a:xfrm>
          <a:prstGeom prst="rect">
            <a:avLst/>
          </a:prstGeom>
          <a:noFill/>
        </p:spPr>
        <p:txBody>
          <a:bodyPr wrap="square" lIns="13716" rIns="13716" tIns="13716" bIns="13716" anchor="t">
            <a:spAutoFit/>
          </a:bodyPr>
          <a:lstStyle/>
          <a:p>
            <a:pPr algn="ctr">
              <a:lnSpc>
                <a:spcPct val="112000"/>
              </a:lnSpc>
              <a:spcBef>
                <a:spcPts val="0"/>
              </a:spcBef>
              <a:spcAft>
                <a:spcPts val="0"/>
              </a:spcAft>
              <a:buNone/>
            </a:pPr>
            <a:r>
              <a:rPr sz="1900" b="1" lang="zh-CN" altLang="en-US">
                <a:solidFill>
                  <a:srgbClr val="005BC4"/>
                </a:solidFill>
                <a:latin typeface="SimHei"/>
                <a:ea typeface="SimHei"/>
                <a:cs typeface="SimHei"/>
              </a:rPr>
              <a:t>计算 →</a:t>
            </a:r>
          </a:p>
        </p:txBody>
      </p:sp>
      <p:sp>
        <p:nvSpPr>
          <p:cNvPr id="25" name="TextBox 24"/>
          <p:cNvSpPr txBox="1"/>
          <p:nvPr/>
        </p:nvSpPr>
        <p:spPr>
          <a:xfrm>
            <a:off x="5321808" y="3639312"/>
            <a:ext cx="1417320" cy="365760"/>
          </a:xfrm>
          <a:prstGeom prst="rect">
            <a:avLst/>
          </a:prstGeom>
          <a:noFill/>
        </p:spPr>
        <p:txBody>
          <a:bodyPr wrap="square" lIns="13716" rIns="13716" tIns="13716" bIns="13716" anchor="t">
            <a:spAutoFit/>
          </a:bodyPr>
          <a:lstStyle/>
          <a:p>
            <a:pPr algn="ctr">
              <a:lnSpc>
                <a:spcPct val="112000"/>
              </a:lnSpc>
              <a:spcBef>
                <a:spcPts val="0"/>
              </a:spcBef>
              <a:spcAft>
                <a:spcPts val="0"/>
              </a:spcAft>
              <a:buNone/>
            </a:pPr>
            <a:r>
              <a:rPr sz="1900" b="1" lang="zh-CN" altLang="en-US">
                <a:solidFill>
                  <a:srgbClr val="C00000"/>
                </a:solidFill>
                <a:latin typeface="SimHei"/>
                <a:ea typeface="SimHei"/>
                <a:cs typeface="SimHei"/>
              </a:rPr>
              <a:t>← 约束</a:t>
            </a:r>
          </a:p>
        </p:txBody>
      </p:sp>
      <p:cxnSp>
        <p:nvCxnSpPr>
          <p:cNvPr id="26" name="Connector 25"/>
          <p:cNvCxnSpPr/>
          <p:nvPr/>
        </p:nvCxnSpPr>
        <p:spPr>
          <a:xfrm>
            <a:off x="2962656" y="4306824"/>
            <a:ext cx="0" cy="338328"/>
          </a:xfrm>
          <a:prstGeom prst="line">
            <a:avLst/>
          </a:prstGeom>
          <a:ln w="17780">
            <a:solidFill>
              <a:srgbClr val="005BC4"/>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134856" y="4306824"/>
            <a:ext cx="0" cy="338328"/>
          </a:xfrm>
          <a:prstGeom prst="line">
            <a:avLst/>
          </a:prstGeom>
          <a:ln w="17780">
            <a:solidFill>
              <a:srgbClr val="005BC4"/>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1520" y="4690872"/>
            <a:ext cx="10652760" cy="603504"/>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 y="4818888"/>
            <a:ext cx="10241280" cy="338328"/>
          </a:xfrm>
          <a:prstGeom prst="rect">
            <a:avLst/>
          </a:prstGeom>
          <a:noFill/>
        </p:spPr>
        <p:txBody>
          <a:bodyPr wrap="square" lIns="13716" rIns="13716" tIns="13716" bIns="13716" anchor="t">
            <a:spAutoFit/>
          </a:bodyPr>
          <a:lstStyle/>
          <a:p>
            <a:pPr algn="ctr">
              <a:lnSpc>
                <a:spcPct val="112000"/>
              </a:lnSpc>
              <a:spcBef>
                <a:spcPts val="0"/>
              </a:spcBef>
              <a:spcAft>
                <a:spcPts val="0"/>
              </a:spcAft>
              <a:buNone/>
            </a:pPr>
            <a:r>
              <a:rPr sz="2300" b="1" lang="zh-CN" altLang="en-US">
                <a:solidFill>
                  <a:srgbClr val="005BC4"/>
                </a:solidFill>
                <a:latin typeface="SimHei"/>
                <a:ea typeface="SimHei"/>
                <a:cs typeface="SimHei"/>
              </a:rPr>
              <a:t>统一参数定义 → 放电模型 → 局部场与粒子动力学</a:t>
            </a:r>
          </a:p>
        </p:txBody>
      </p:sp>
      <p:sp>
        <p:nvSpPr>
          <p:cNvPr id="30" name="Rounded Rectangle 29"/>
          <p:cNvSpPr/>
          <p:nvPr/>
        </p:nvSpPr>
        <p:spPr>
          <a:xfrm>
            <a:off x="502920" y="5797296"/>
            <a:ext cx="11201400" cy="512064"/>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888736"/>
            <a:ext cx="10835640" cy="37490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005BC4"/>
                </a:solidFill>
                <a:latin typeface="SimHei"/>
                <a:ea typeface="SimHei"/>
                <a:cs typeface="SimHei"/>
              </a:rPr>
              <a:t>均匀场临界参数、流注传播与最终设备性能，需要分层检验。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研究背景：参数与截面的主要获取途径</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05</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群实验、散射/谱学、理论计算与动力学求解需要相互补充</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5 / 30</a:t>
            </a:r>
          </a:p>
        </p:txBody>
      </p:sp>
      <p:sp>
        <p:nvSpPr>
          <p:cNvPr id="12" name="Rounded Rectangle 11"/>
          <p:cNvSpPr/>
          <p:nvPr/>
        </p:nvSpPr>
        <p:spPr>
          <a:xfrm>
            <a:off x="576072" y="1700784"/>
            <a:ext cx="3429000" cy="310896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76072" y="1700784"/>
            <a:ext cx="50292" cy="310896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1819656"/>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电子群实验</a:t>
            </a:r>
          </a:p>
        </p:txBody>
      </p:sp>
      <p:sp>
        <p:nvSpPr>
          <p:cNvPr id="15" name="TextBox 14"/>
          <p:cNvSpPr txBox="1"/>
          <p:nvPr/>
        </p:nvSpPr>
        <p:spPr>
          <a:xfrm>
            <a:off x="740664" y="2340864"/>
            <a:ext cx="3099816" cy="238658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SST / PT / TOF 等方法，提供输运与反应信息。</a:t>
            </a:r>
          </a:p>
        </p:txBody>
      </p:sp>
      <p:sp>
        <p:nvSpPr>
          <p:cNvPr id="16" name="Rounded Rectangle 15"/>
          <p:cNvSpPr/>
          <p:nvPr/>
        </p:nvSpPr>
        <p:spPr>
          <a:xfrm>
            <a:off x="4398264" y="1700784"/>
            <a:ext cx="3429000" cy="310896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1700784"/>
            <a:ext cx="50292" cy="310896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62855" y="1819656"/>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散射与理论</a:t>
            </a:r>
          </a:p>
        </p:txBody>
      </p:sp>
      <p:sp>
        <p:nvSpPr>
          <p:cNvPr id="19" name="TextBox 18"/>
          <p:cNvSpPr txBox="1"/>
          <p:nvPr/>
        </p:nvSpPr>
        <p:spPr>
          <a:xfrm>
            <a:off x="4562855" y="2340864"/>
            <a:ext cx="3099816" cy="238658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能损谱、离子信号、光吸收及量子散射，约束通道与阈值。</a:t>
            </a:r>
          </a:p>
        </p:txBody>
      </p:sp>
      <p:sp>
        <p:nvSpPr>
          <p:cNvPr id="20" name="Rounded Rectangle 19"/>
          <p:cNvSpPr/>
          <p:nvPr/>
        </p:nvSpPr>
        <p:spPr>
          <a:xfrm>
            <a:off x="8220456" y="1700784"/>
            <a:ext cx="3429000" cy="310896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0456" y="1700784"/>
            <a:ext cx="50292" cy="310896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5048" y="1819656"/>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动力学与反演</a:t>
            </a:r>
          </a:p>
        </p:txBody>
      </p:sp>
      <p:sp>
        <p:nvSpPr>
          <p:cNvPr id="23" name="TextBox 22"/>
          <p:cNvSpPr txBox="1"/>
          <p:nvPr/>
        </p:nvSpPr>
        <p:spPr>
          <a:xfrm>
            <a:off x="8385048" y="2340864"/>
            <a:ext cx="3099816" cy="238658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Boltzmann / Monte Carlo 计算群参数，再与实验联合校核。</a:t>
            </a:r>
          </a:p>
        </p:txBody>
      </p:sp>
      <p:sp>
        <p:nvSpPr>
          <p:cNvPr id="24" name="TextBox 23"/>
          <p:cNvSpPr txBox="1"/>
          <p:nvPr/>
        </p:nvSpPr>
        <p:spPr>
          <a:xfrm>
            <a:off x="795528" y="5111496"/>
            <a:ext cx="10561320" cy="41148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正问题：截面 → 群参数；反问题：群参数 + 外部证据 → 约束截面。</a:t>
            </a:r>
          </a:p>
        </p:txBody>
      </p:sp>
      <p:sp>
        <p:nvSpPr>
          <p:cNvPr id="25" name="Rounded Rectangle 24"/>
          <p:cNvSpPr/>
          <p:nvPr/>
        </p:nvSpPr>
        <p:spPr>
          <a:xfrm>
            <a:off x="502920" y="5824728"/>
            <a:ext cx="11201400" cy="48463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916168"/>
            <a:ext cx="10835640" cy="34747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005BC4"/>
                </a:solidFill>
                <a:latin typeface="SimHei"/>
                <a:ea typeface="SimHei"/>
                <a:cs typeface="SimHei"/>
              </a:rPr>
              <a:t>关注的不只是“得到一个数”，还包括参数定义、测量误差及物理约束。</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研究背景：本次文献分享的两个切入点</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06</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从“微观参数可信获取”到“放电应用中的影响评估”</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6 / 30</a:t>
            </a:r>
          </a:p>
        </p:txBody>
      </p:sp>
      <p:sp>
        <p:nvSpPr>
          <p:cNvPr id="12" name="Rounded Rectangle 11"/>
          <p:cNvSpPr/>
          <p:nvPr/>
        </p:nvSpPr>
        <p:spPr>
          <a:xfrm>
            <a:off x="630936" y="1737360"/>
            <a:ext cx="5468112" cy="331927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 y="1737360"/>
            <a:ext cx="50292" cy="331927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 y="1856231"/>
            <a:ext cx="5138928"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问题一：数据怎样可信？</a:t>
            </a:r>
          </a:p>
        </p:txBody>
      </p:sp>
      <p:sp>
        <p:nvSpPr>
          <p:cNvPr id="15" name="TextBox 14"/>
          <p:cNvSpPr txBox="1"/>
          <p:nvPr/>
        </p:nvSpPr>
        <p:spPr>
          <a:xfrm>
            <a:off x="795527" y="2377439"/>
            <a:ext cx="5138928" cy="259689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0" lang="zh-CN" altLang="en-US">
                <a:solidFill>
                  <a:srgbClr val="000000"/>
                </a:solidFill>
                <a:latin typeface="SimHei"/>
                <a:ea typeface="SimHei"/>
                <a:cs typeface="SimHei"/>
              </a:rPr>
              <a:t>电子群数据能否充分约束碰撞截面？</a:t>
            </a:r>
          </a:p>
          <a:p>
            <a:pPr algn="l">
              <a:lnSpc>
                <a:spcPct val="112000"/>
              </a:lnSpc>
              <a:spcBef>
                <a:spcPts val="0"/>
              </a:spcBef>
              <a:spcAft>
                <a:spcPts val="0"/>
              </a:spcAft>
              <a:buNone/>
            </a:pPr>
            <a:r>
              <a:rPr sz="2300" b="0" lang="zh-CN" altLang="en-US">
                <a:solidFill>
                  <a:srgbClr val="000000"/>
                </a:solidFill>
                <a:latin typeface="SimHei"/>
                <a:ea typeface="SimHei"/>
                <a:cs typeface="SimHei"/>
              </a:rPr>
              <a:t>怎样识别低能通道的补偿与不唯一性？</a:t>
            </a:r>
          </a:p>
        </p:txBody>
      </p:sp>
      <p:sp>
        <p:nvSpPr>
          <p:cNvPr id="16" name="Rounded Rectangle 15"/>
          <p:cNvSpPr/>
          <p:nvPr/>
        </p:nvSpPr>
        <p:spPr>
          <a:xfrm>
            <a:off x="6364223" y="1737360"/>
            <a:ext cx="5468112" cy="331927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3" y="1737360"/>
            <a:ext cx="50292" cy="331927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28815" y="1856231"/>
            <a:ext cx="5138928"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问题二：数据怎样可用？</a:t>
            </a:r>
          </a:p>
        </p:txBody>
      </p:sp>
      <p:sp>
        <p:nvSpPr>
          <p:cNvPr id="19" name="TextBox 18"/>
          <p:cNvSpPr txBox="1"/>
          <p:nvPr/>
        </p:nvSpPr>
        <p:spPr>
          <a:xfrm>
            <a:off x="6528815" y="2377439"/>
            <a:ext cx="5138928" cy="259689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0" lang="zh-CN" altLang="en-US">
                <a:solidFill>
                  <a:srgbClr val="000000"/>
                </a:solidFill>
                <a:latin typeface="SimHei"/>
                <a:ea typeface="SimHei"/>
                <a:cs typeface="SimHei"/>
              </a:rPr>
              <a:t>输运和反应参数怎样进入非均匀场模型？</a:t>
            </a:r>
          </a:p>
          <a:p>
            <a:pPr algn="l">
              <a:lnSpc>
                <a:spcPct val="112000"/>
              </a:lnSpc>
              <a:spcBef>
                <a:spcPts val="0"/>
              </a:spcBef>
              <a:spcAft>
                <a:spcPts val="0"/>
              </a:spcAft>
              <a:buNone/>
            </a:pPr>
            <a:r>
              <a:rPr sz="2300" b="0" lang="zh-CN" altLang="en-US">
                <a:solidFill>
                  <a:srgbClr val="000000"/>
                </a:solidFill>
                <a:latin typeface="SimHei"/>
                <a:ea typeface="SimHei"/>
                <a:cs typeface="SimHei"/>
              </a:rPr>
              <a:t>气体配比怎样影响负流注传播与熄灭？</a:t>
            </a:r>
          </a:p>
        </p:txBody>
      </p:sp>
      <p:sp>
        <p:nvSpPr>
          <p:cNvPr id="20" name="Rounded Rectangle 19"/>
          <p:cNvSpPr/>
          <p:nvPr/>
        </p:nvSpPr>
        <p:spPr>
          <a:xfrm>
            <a:off x="502920" y="5715000"/>
            <a:ext cx="11201400" cy="57607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5806440"/>
            <a:ext cx="10835640" cy="43891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005BC4"/>
                </a:solidFill>
                <a:latin typeface="SimHei"/>
                <a:ea typeface="SimHei"/>
                <a:cs typeface="SimHei"/>
              </a:rPr>
              <a:t>文献一对应截面构建；文献二对应参数进入流注模型后的应用。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本次分享的两篇文献</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07</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分别关注“微观数据构建”与“针板负流注应用”</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7 / 30</a:t>
            </a:r>
          </a:p>
        </p:txBody>
      </p:sp>
      <p:sp>
        <p:nvSpPr>
          <p:cNvPr id="12" name="Rounded Rectangle 11"/>
          <p:cNvSpPr/>
          <p:nvPr/>
        </p:nvSpPr>
        <p:spPr>
          <a:xfrm>
            <a:off x="640080" y="1563624"/>
            <a:ext cx="10899648" cy="201168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0080" y="1563624"/>
            <a:ext cx="50292" cy="201168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1" y="1682495"/>
            <a:ext cx="10570464"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文献一｜电子碰撞截面构建</a:t>
            </a:r>
          </a:p>
        </p:txBody>
      </p:sp>
      <p:sp>
        <p:nvSpPr>
          <p:cNvPr id="15" name="TextBox 14"/>
          <p:cNvSpPr txBox="1"/>
          <p:nvPr/>
        </p:nvSpPr>
        <p:spPr>
          <a:xfrm>
            <a:off x="804671" y="2203704"/>
            <a:ext cx="10570464" cy="128930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50" b="0" lang="zh-CN" altLang="en-US">
                <a:solidFill>
                  <a:srgbClr val="000000"/>
                </a:solidFill>
                <a:latin typeface="SimHei"/>
                <a:ea typeface="SimHei"/>
                <a:cs typeface="SimHei"/>
              </a:rPr>
              <a:t>Metting van Rijn M, Franck C M.</a:t>
            </a:r>
          </a:p>
          <a:p>
            <a:pPr algn="l">
              <a:lnSpc>
                <a:spcPct val="112000"/>
              </a:lnSpc>
              <a:spcBef>
                <a:spcPts val="0"/>
              </a:spcBef>
              <a:spcAft>
                <a:spcPts val="0"/>
              </a:spcAft>
              <a:buNone/>
            </a:pPr>
            <a:r>
              <a:rPr sz="1850" b="0" lang="zh-CN" altLang="en-US">
                <a:solidFill>
                  <a:srgbClr val="000000"/>
                </a:solidFill>
                <a:latin typeface="SimHei"/>
                <a:ea typeface="SimHei"/>
                <a:cs typeface="SimHei"/>
              </a:rPr>
              <a:t>Electron scattering cross sections of the fluoronitrile C</a:t>
            </a:r>
            <a:r>
              <a:rPr sz="1332" b="0" lang="zh-CN" altLang="en-US" baseline="-24000">
                <a:solidFill>
                  <a:srgbClr val="000000"/>
                </a:solidFill>
                <a:latin typeface="SimHei"/>
                <a:ea typeface="SimHei"/>
                <a:cs typeface="SimHei"/>
              </a:rPr>
              <a:t>4</a:t>
            </a:r>
            <a:r>
              <a:rPr sz="1850" b="0" lang="zh-CN" altLang="en-US">
                <a:solidFill>
                  <a:srgbClr val="000000"/>
                </a:solidFill>
                <a:latin typeface="SimHei"/>
                <a:ea typeface="SimHei"/>
                <a:cs typeface="SimHei"/>
              </a:rPr>
              <a:t>F</a:t>
            </a:r>
            <a:r>
              <a:rPr sz="1332" b="0" lang="zh-CN" altLang="en-US" baseline="-24000">
                <a:solidFill>
                  <a:srgbClr val="000000"/>
                </a:solidFill>
                <a:latin typeface="SimHei"/>
                <a:ea typeface="SimHei"/>
                <a:cs typeface="SimHei"/>
              </a:rPr>
              <a:t>7</a:t>
            </a:r>
            <a:r>
              <a:rPr sz="1850" b="0" lang="zh-CN" altLang="en-US">
                <a:solidFill>
                  <a:srgbClr val="000000"/>
                </a:solidFill>
                <a:latin typeface="SimHei"/>
                <a:ea typeface="SimHei"/>
                <a:cs typeface="SimHei"/>
              </a:rPr>
              <a:t>N.</a:t>
            </a:r>
          </a:p>
          <a:p>
            <a:pPr algn="l">
              <a:lnSpc>
                <a:spcPct val="112000"/>
              </a:lnSpc>
              <a:spcBef>
                <a:spcPts val="0"/>
              </a:spcBef>
              <a:spcAft>
                <a:spcPts val="0"/>
              </a:spcAft>
              <a:buNone/>
            </a:pPr>
            <a:r>
              <a:rPr sz="1850" b="0" lang="zh-CN" altLang="en-US">
                <a:solidFill>
                  <a:srgbClr val="000000"/>
                </a:solidFill>
                <a:latin typeface="SimHei"/>
                <a:ea typeface="SimHei"/>
                <a:cs typeface="SimHei"/>
              </a:rPr>
              <a:t>J. Phys. D: Appl. Phys. 59 (2026) 125201.</a:t>
            </a:r>
          </a:p>
          <a:p>
            <a:pPr algn="l">
              <a:lnSpc>
                <a:spcPct val="112000"/>
              </a:lnSpc>
              <a:spcBef>
                <a:spcPts val="0"/>
              </a:spcBef>
              <a:spcAft>
                <a:spcPts val="0"/>
              </a:spcAft>
              <a:buNone/>
            </a:pPr>
            <a:r>
              <a:rPr sz="1850" b="0" lang="zh-CN" altLang="en-US">
                <a:solidFill>
                  <a:srgbClr val="000000"/>
                </a:solidFill>
                <a:latin typeface="SimHei"/>
                <a:ea typeface="SimHei"/>
                <a:cs typeface="SimHei"/>
              </a:rPr>
              <a:t>核心：多源证据约束、群参数一致性、高能适用性。</a:t>
            </a:r>
          </a:p>
        </p:txBody>
      </p:sp>
      <p:sp>
        <p:nvSpPr>
          <p:cNvPr id="16" name="Rounded Rectangle 15"/>
          <p:cNvSpPr/>
          <p:nvPr/>
        </p:nvSpPr>
        <p:spPr>
          <a:xfrm>
            <a:off x="640080" y="3794760"/>
            <a:ext cx="10899648" cy="23317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3794760"/>
            <a:ext cx="50292" cy="23317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3913632"/>
            <a:ext cx="10570464"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文献二｜曲线电极中的负流注</a:t>
            </a:r>
          </a:p>
        </p:txBody>
      </p:sp>
      <p:sp>
        <p:nvSpPr>
          <p:cNvPr id="19" name="TextBox 18"/>
          <p:cNvSpPr txBox="1"/>
          <p:nvPr/>
        </p:nvSpPr>
        <p:spPr>
          <a:xfrm>
            <a:off x="804671" y="4434840"/>
            <a:ext cx="10570464" cy="1609343"/>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750" b="0" lang="zh-CN" altLang="en-US">
                <a:solidFill>
                  <a:srgbClr val="000000"/>
                </a:solidFill>
                <a:latin typeface="SimHei"/>
                <a:ea typeface="SimHei"/>
                <a:cs typeface="SimHei"/>
              </a:rPr>
              <a:t>Simonovic I, Bosnjakovic D, Dujko S.</a:t>
            </a:r>
          </a:p>
          <a:p>
            <a:pPr algn="l">
              <a:lnSpc>
                <a:spcPct val="112000"/>
              </a:lnSpc>
              <a:spcBef>
                <a:spcPts val="0"/>
              </a:spcBef>
              <a:spcAft>
                <a:spcPts val="0"/>
              </a:spcAft>
              <a:buNone/>
            </a:pPr>
            <a:r>
              <a:rPr sz="1750" b="0" lang="zh-CN" altLang="en-US">
                <a:solidFill>
                  <a:srgbClr val="000000"/>
                </a:solidFill>
                <a:latin typeface="SimHei"/>
                <a:ea typeface="SimHei"/>
                <a:cs typeface="SimHei"/>
              </a:rPr>
              <a:t>Axisymmetric fluid simulations of negative streamers in SF</a:t>
            </a:r>
            <a:r>
              <a:rPr sz="1260" b="0" lang="zh-CN" altLang="en-US" baseline="-24000">
                <a:solidFill>
                  <a:srgbClr val="000000"/>
                </a:solidFill>
                <a:latin typeface="SimHei"/>
                <a:ea typeface="SimHei"/>
                <a:cs typeface="SimHei"/>
              </a:rPr>
              <a:t>6</a:t>
            </a:r>
            <a:r>
              <a:rPr sz="1750" b="0" lang="zh-CN" altLang="en-US">
                <a:solidFill>
                  <a:srgbClr val="000000"/>
                </a:solidFill>
                <a:latin typeface="SimHei"/>
                <a:ea typeface="SimHei"/>
                <a:cs typeface="SimHei"/>
              </a:rPr>
              <a:t> and in CO</a:t>
            </a:r>
            <a:r>
              <a:rPr sz="1260" b="0" lang="zh-CN" altLang="en-US" baseline="-24000">
                <a:solidFill>
                  <a:srgbClr val="000000"/>
                </a:solidFill>
                <a:latin typeface="SimHei"/>
                <a:ea typeface="SimHei"/>
                <a:cs typeface="SimHei"/>
              </a:rPr>
              <a:t>2</a:t>
            </a:r>
            <a:r>
              <a:rPr sz="1750" b="0" lang="zh-CN" altLang="en-US">
                <a:solidFill>
                  <a:srgbClr val="000000"/>
                </a:solidFill>
                <a:latin typeface="SimHei"/>
                <a:ea typeface="SimHei"/>
                <a:cs typeface="SimHei"/>
              </a:rPr>
              <a:t>-C</a:t>
            </a:r>
            <a:r>
              <a:rPr sz="1260" b="0" lang="zh-CN" altLang="en-US" baseline="-24000">
                <a:solidFill>
                  <a:srgbClr val="000000"/>
                </a:solidFill>
                <a:latin typeface="SimHei"/>
                <a:ea typeface="SimHei"/>
                <a:cs typeface="SimHei"/>
              </a:rPr>
              <a:t>4</a:t>
            </a:r>
            <a:r>
              <a:rPr sz="1750" b="0" lang="zh-CN" altLang="en-US">
                <a:solidFill>
                  <a:srgbClr val="000000"/>
                </a:solidFill>
                <a:latin typeface="SimHei"/>
                <a:ea typeface="SimHei"/>
                <a:cs typeface="SimHei"/>
              </a:rPr>
              <a:t>F</a:t>
            </a:r>
            <a:r>
              <a:rPr sz="1260" b="0" lang="zh-CN" altLang="en-US" baseline="-24000">
                <a:solidFill>
                  <a:srgbClr val="000000"/>
                </a:solidFill>
                <a:latin typeface="SimHei"/>
                <a:ea typeface="SimHei"/>
                <a:cs typeface="SimHei"/>
              </a:rPr>
              <a:t>7</a:t>
            </a:r>
            <a:r>
              <a:rPr sz="1750" b="0" lang="zh-CN" altLang="en-US">
                <a:solidFill>
                  <a:srgbClr val="000000"/>
                </a:solidFill>
                <a:latin typeface="SimHei"/>
                <a:ea typeface="SimHei"/>
                <a:cs typeface="SimHei"/>
              </a:rPr>
              <a:t>N</a:t>
            </a:r>
          </a:p>
          <a:p>
            <a:pPr algn="l">
              <a:lnSpc>
                <a:spcPct val="112000"/>
              </a:lnSpc>
              <a:spcBef>
                <a:spcPts val="0"/>
              </a:spcBef>
              <a:spcAft>
                <a:spcPts val="0"/>
              </a:spcAft>
              <a:buNone/>
            </a:pPr>
            <a:r>
              <a:rPr sz="1750" b="0" lang="zh-CN" altLang="en-US">
                <a:solidFill>
                  <a:srgbClr val="000000"/>
                </a:solidFill>
                <a:latin typeface="SimHei"/>
                <a:ea typeface="SimHei"/>
                <a:cs typeface="SimHei"/>
              </a:rPr>
              <a:t>mixtures in the pin-to-plane electrode configuration.</a:t>
            </a:r>
          </a:p>
          <a:p>
            <a:pPr algn="l">
              <a:lnSpc>
                <a:spcPct val="112000"/>
              </a:lnSpc>
              <a:spcBef>
                <a:spcPts val="0"/>
              </a:spcBef>
              <a:spcAft>
                <a:spcPts val="0"/>
              </a:spcAft>
              <a:buNone/>
            </a:pPr>
            <a:r>
              <a:rPr sz="1750" b="0" lang="zh-CN" altLang="en-US">
                <a:solidFill>
                  <a:srgbClr val="000000"/>
                </a:solidFill>
                <a:latin typeface="SimHei"/>
                <a:ea typeface="SimHei"/>
                <a:cs typeface="SimHei"/>
              </a:rPr>
              <a:t>Plasma Sources Sci. Technol. 34 (2025) 125004.</a:t>
            </a:r>
          </a:p>
          <a:p>
            <a:pPr algn="l">
              <a:lnSpc>
                <a:spcPct val="112000"/>
              </a:lnSpc>
              <a:spcBef>
                <a:spcPts val="0"/>
              </a:spcBef>
              <a:spcAft>
                <a:spcPts val="0"/>
              </a:spcAft>
              <a:buNone/>
            </a:pPr>
            <a:r>
              <a:rPr sz="1750" b="0" lang="zh-CN" altLang="en-US">
                <a:solidFill>
                  <a:srgbClr val="000000"/>
                </a:solidFill>
                <a:latin typeface="SimHei"/>
                <a:ea typeface="SimHei"/>
                <a:cs typeface="SimHei"/>
              </a:rPr>
              <a:t>核心：曲线电极实现、数值验证、配比与传播/熄灭。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文章一：研究背景与目标</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08</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问题：已有截面能拟合群数据，但高能损失与部分谱形仍需改进</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8 / 30</a:t>
            </a:r>
          </a:p>
        </p:txBody>
      </p:sp>
      <p:sp>
        <p:nvSpPr>
          <p:cNvPr id="12" name="Rounded Rectangle 11"/>
          <p:cNvSpPr/>
          <p:nvPr/>
        </p:nvSpPr>
        <p:spPr>
          <a:xfrm>
            <a:off x="576072" y="1709928"/>
            <a:ext cx="3429000" cy="32461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76072" y="1709928"/>
            <a:ext cx="50292" cy="32461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1828800"/>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已有基础</a:t>
            </a:r>
          </a:p>
        </p:txBody>
      </p:sp>
      <p:sp>
        <p:nvSpPr>
          <p:cNvPr id="15" name="TextBox 14"/>
          <p:cNvSpPr txBox="1"/>
          <p:nvPr/>
        </p:nvSpPr>
        <p:spPr>
          <a:xfrm>
            <a:off x="740664" y="2350008"/>
            <a:ext cx="3099816" cy="25237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已有截面集可以复现部分电子群数据。</a:t>
            </a:r>
          </a:p>
        </p:txBody>
      </p:sp>
      <p:sp>
        <p:nvSpPr>
          <p:cNvPr id="16" name="Rounded Rectangle 15"/>
          <p:cNvSpPr/>
          <p:nvPr/>
        </p:nvSpPr>
        <p:spPr>
          <a:xfrm>
            <a:off x="4398264" y="1709928"/>
            <a:ext cx="3429000" cy="32461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1709928"/>
            <a:ext cx="50292" cy="32461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62855" y="1828800"/>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作者指出的不足</a:t>
            </a:r>
          </a:p>
        </p:txBody>
      </p:sp>
      <p:sp>
        <p:nvSpPr>
          <p:cNvPr id="19" name="TextBox 18"/>
          <p:cNvSpPr txBox="1"/>
          <p:nvPr/>
        </p:nvSpPr>
        <p:spPr>
          <a:xfrm>
            <a:off x="4562855" y="2350008"/>
            <a:ext cx="3099816" cy="25237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部分高能电子激发及能量损失描述不足；低能振动形状仍需核对。</a:t>
            </a:r>
          </a:p>
        </p:txBody>
      </p:sp>
      <p:sp>
        <p:nvSpPr>
          <p:cNvPr id="20" name="Rounded Rectangle 19"/>
          <p:cNvSpPr/>
          <p:nvPr/>
        </p:nvSpPr>
        <p:spPr>
          <a:xfrm>
            <a:off x="8220456" y="1709928"/>
            <a:ext cx="3429000" cy="32461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0456" y="1709928"/>
            <a:ext cx="50292" cy="32461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5048" y="1828800"/>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本文策略</a:t>
            </a:r>
          </a:p>
        </p:txBody>
      </p:sp>
      <p:sp>
        <p:nvSpPr>
          <p:cNvPr id="23" name="TextBox 22"/>
          <p:cNvSpPr txBox="1"/>
          <p:nvPr/>
        </p:nvSpPr>
        <p:spPr>
          <a:xfrm>
            <a:off x="8385048" y="2350008"/>
            <a:ext cx="3099816" cy="25237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0" lang="zh-CN" altLang="en-US">
                <a:solidFill>
                  <a:srgbClr val="000000"/>
                </a:solidFill>
                <a:latin typeface="SimHei"/>
                <a:ea typeface="SimHei"/>
                <a:cs typeface="SimHei"/>
              </a:rPr>
              <a:t>联合谱学、散射、量子计算及 PT 群参数，施加物理约束。</a:t>
            </a:r>
          </a:p>
        </p:txBody>
      </p:sp>
      <p:sp>
        <p:nvSpPr>
          <p:cNvPr id="24" name="Rounded Rectangle 23"/>
          <p:cNvSpPr/>
          <p:nvPr/>
        </p:nvSpPr>
        <p:spPr>
          <a:xfrm>
            <a:off x="502920" y="5650992"/>
            <a:ext cx="11201400" cy="612648"/>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742431"/>
            <a:ext cx="10835640" cy="47548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005BC4"/>
                </a:solidFill>
                <a:latin typeface="SimHei"/>
                <a:ea typeface="SimHei"/>
                <a:cs typeface="SimHei"/>
              </a:rPr>
              <a:t>目标不只是拟合群参数，还要覆盖更宽的能量范围并满足合理的能量损失行为。</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文章一：研究方法（一）——总体技术路线</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09</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多源证据 → 通道约束 → 群参数调整 → 一致性与高能行为检查</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9 / 30</a:t>
            </a:r>
          </a:p>
        </p:txBody>
      </p:sp>
      <p:sp>
        <p:nvSpPr>
          <p:cNvPr id="12" name="Rounded Rectangle 11"/>
          <p:cNvSpPr/>
          <p:nvPr/>
        </p:nvSpPr>
        <p:spPr>
          <a:xfrm>
            <a:off x="594360" y="1819656"/>
            <a:ext cx="2514600" cy="237744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4360" y="1819656"/>
            <a:ext cx="50292" cy="237744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1938528"/>
            <a:ext cx="21854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1  多源资料</a:t>
            </a:r>
          </a:p>
        </p:txBody>
      </p:sp>
      <p:sp>
        <p:nvSpPr>
          <p:cNvPr id="15" name="TextBox 14"/>
          <p:cNvSpPr txBox="1"/>
          <p:nvPr/>
        </p:nvSpPr>
        <p:spPr>
          <a:xfrm>
            <a:off x="758952" y="2459736"/>
            <a:ext cx="2185416" cy="16550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50" b="0" lang="zh-CN" altLang="en-US">
                <a:solidFill>
                  <a:srgbClr val="000000"/>
                </a:solidFill>
                <a:latin typeface="SimHei"/>
                <a:ea typeface="SimHei"/>
                <a:cs typeface="SimHei"/>
              </a:rPr>
              <a:t>能损谱 / 光吸收</a:t>
            </a:r>
          </a:p>
          <a:p>
            <a:pPr algn="l">
              <a:lnSpc>
                <a:spcPct val="112000"/>
              </a:lnSpc>
              <a:spcBef>
                <a:spcPts val="0"/>
              </a:spcBef>
              <a:spcAft>
                <a:spcPts val="0"/>
              </a:spcAft>
              <a:buNone/>
            </a:pPr>
            <a:r>
              <a:rPr sz="1850" b="0" lang="zh-CN" altLang="en-US">
                <a:solidFill>
                  <a:srgbClr val="000000"/>
                </a:solidFill>
                <a:latin typeface="SimHei"/>
                <a:ea typeface="SimHei"/>
                <a:cs typeface="SimHei"/>
              </a:rPr>
              <a:t>散射 / 离子信号</a:t>
            </a:r>
          </a:p>
          <a:p>
            <a:pPr algn="l">
              <a:lnSpc>
                <a:spcPct val="112000"/>
              </a:lnSpc>
              <a:spcBef>
                <a:spcPts val="0"/>
              </a:spcBef>
              <a:spcAft>
                <a:spcPts val="0"/>
              </a:spcAft>
              <a:buNone/>
            </a:pPr>
            <a:r>
              <a:rPr sz="1850" b="0" lang="zh-CN" altLang="en-US">
                <a:solidFill>
                  <a:srgbClr val="000000"/>
                </a:solidFill>
                <a:latin typeface="SimHei"/>
                <a:ea typeface="SimHei"/>
                <a:cs typeface="SimHei"/>
              </a:rPr>
              <a:t>PT群实验</a:t>
            </a:r>
          </a:p>
        </p:txBody>
      </p:sp>
      <p:sp>
        <p:nvSpPr>
          <p:cNvPr id="16" name="TextBox 15"/>
          <p:cNvSpPr txBox="1"/>
          <p:nvPr/>
        </p:nvSpPr>
        <p:spPr>
          <a:xfrm>
            <a:off x="3154679" y="2697480"/>
            <a:ext cx="274320" cy="36576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400" b="1" lang="zh-CN" altLang="en-US">
                <a:solidFill>
                  <a:srgbClr val="005BC4"/>
                </a:solidFill>
                <a:latin typeface="SimHei"/>
                <a:ea typeface="SimHei"/>
                <a:cs typeface="SimHei"/>
              </a:rPr>
              <a:t>→</a:t>
            </a:r>
          </a:p>
        </p:txBody>
      </p:sp>
      <p:sp>
        <p:nvSpPr>
          <p:cNvPr id="17" name="Rounded Rectangle 16"/>
          <p:cNvSpPr/>
          <p:nvPr/>
        </p:nvSpPr>
        <p:spPr>
          <a:xfrm>
            <a:off x="3474720" y="1819656"/>
            <a:ext cx="2514600" cy="237744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474720" y="1819656"/>
            <a:ext cx="50292" cy="237744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39312" y="1938528"/>
            <a:ext cx="21854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2  物理约束</a:t>
            </a:r>
          </a:p>
        </p:txBody>
      </p:sp>
      <p:sp>
        <p:nvSpPr>
          <p:cNvPr id="20" name="TextBox 19"/>
          <p:cNvSpPr txBox="1"/>
          <p:nvPr/>
        </p:nvSpPr>
        <p:spPr>
          <a:xfrm>
            <a:off x="3639312" y="2459736"/>
            <a:ext cx="2185416" cy="16550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50" b="0" lang="zh-CN" altLang="en-US">
                <a:solidFill>
                  <a:srgbClr val="000000"/>
                </a:solidFill>
                <a:latin typeface="SimHei"/>
                <a:ea typeface="SimHei"/>
                <a:cs typeface="SimHei"/>
              </a:rPr>
              <a:t>分别确定碰撞通道</a:t>
            </a:r>
          </a:p>
          <a:p>
            <a:pPr algn="l">
              <a:lnSpc>
                <a:spcPct val="112000"/>
              </a:lnSpc>
              <a:spcBef>
                <a:spcPts val="0"/>
              </a:spcBef>
              <a:spcAft>
                <a:spcPts val="0"/>
              </a:spcAft>
              <a:buNone/>
            </a:pPr>
            <a:r>
              <a:rPr sz="1850" b="0" lang="zh-CN" altLang="en-US">
                <a:solidFill>
                  <a:srgbClr val="000000"/>
                </a:solidFill>
                <a:latin typeface="SimHei"/>
                <a:ea typeface="SimHei"/>
                <a:cs typeface="SimHei"/>
              </a:rPr>
              <a:t>阈值与合理能量形状</a:t>
            </a:r>
          </a:p>
        </p:txBody>
      </p:sp>
      <p:sp>
        <p:nvSpPr>
          <p:cNvPr id="21" name="TextBox 20"/>
          <p:cNvSpPr txBox="1"/>
          <p:nvPr/>
        </p:nvSpPr>
        <p:spPr>
          <a:xfrm>
            <a:off x="6035040" y="2697480"/>
            <a:ext cx="274320" cy="36576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400" b="1" lang="zh-CN" altLang="en-US">
                <a:solidFill>
                  <a:srgbClr val="005BC4"/>
                </a:solidFill>
                <a:latin typeface="SimHei"/>
                <a:ea typeface="SimHei"/>
                <a:cs typeface="SimHei"/>
              </a:rPr>
              <a:t>→</a:t>
            </a:r>
          </a:p>
        </p:txBody>
      </p:sp>
      <p:sp>
        <p:nvSpPr>
          <p:cNvPr id="22" name="Rounded Rectangle 21"/>
          <p:cNvSpPr/>
          <p:nvPr/>
        </p:nvSpPr>
        <p:spPr>
          <a:xfrm>
            <a:off x="6355080" y="1819656"/>
            <a:ext cx="2514600" cy="237744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55080" y="1819656"/>
            <a:ext cx="50292" cy="237744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19672" y="1938528"/>
            <a:ext cx="21854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3  调整幅值</a:t>
            </a:r>
          </a:p>
        </p:txBody>
      </p:sp>
      <p:sp>
        <p:nvSpPr>
          <p:cNvPr id="25" name="TextBox 24"/>
          <p:cNvSpPr txBox="1"/>
          <p:nvPr/>
        </p:nvSpPr>
        <p:spPr>
          <a:xfrm>
            <a:off x="6519672" y="2459736"/>
            <a:ext cx="2185416" cy="16550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50" b="0" lang="zh-CN" altLang="en-US">
                <a:solidFill>
                  <a:srgbClr val="000000"/>
                </a:solidFill>
                <a:latin typeface="SimHei"/>
                <a:ea typeface="SimHei"/>
                <a:cs typeface="SimHei"/>
              </a:rPr>
              <a:t>纯气体与稀释混合气</a:t>
            </a:r>
          </a:p>
          <a:p>
            <a:pPr algn="l">
              <a:lnSpc>
                <a:spcPct val="112000"/>
              </a:lnSpc>
              <a:spcBef>
                <a:spcPts val="0"/>
              </a:spcBef>
              <a:spcAft>
                <a:spcPts val="0"/>
              </a:spcAft>
              <a:buNone/>
            </a:pPr>
            <a:r>
              <a:rPr sz="1850" b="0" lang="zh-CN" altLang="en-US">
                <a:solidFill>
                  <a:srgbClr val="000000"/>
                </a:solidFill>
                <a:latin typeface="SimHei"/>
                <a:ea typeface="SimHei"/>
                <a:cs typeface="SimHei"/>
              </a:rPr>
              <a:t>联合约束部分参数</a:t>
            </a:r>
          </a:p>
        </p:txBody>
      </p:sp>
      <p:sp>
        <p:nvSpPr>
          <p:cNvPr id="26" name="TextBox 25"/>
          <p:cNvSpPr txBox="1"/>
          <p:nvPr/>
        </p:nvSpPr>
        <p:spPr>
          <a:xfrm>
            <a:off x="8915400" y="2697480"/>
            <a:ext cx="274320" cy="36576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400" b="1" lang="zh-CN" altLang="en-US">
                <a:solidFill>
                  <a:srgbClr val="005BC4"/>
                </a:solidFill>
                <a:latin typeface="SimHei"/>
                <a:ea typeface="SimHei"/>
                <a:cs typeface="SimHei"/>
              </a:rPr>
              <a:t>→</a:t>
            </a:r>
          </a:p>
        </p:txBody>
      </p:sp>
      <p:sp>
        <p:nvSpPr>
          <p:cNvPr id="27" name="Rounded Rectangle 26"/>
          <p:cNvSpPr/>
          <p:nvPr/>
        </p:nvSpPr>
        <p:spPr>
          <a:xfrm>
            <a:off x="9235440" y="1819656"/>
            <a:ext cx="2514600" cy="237744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235440" y="1819656"/>
            <a:ext cx="50292" cy="237744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00032" y="1938528"/>
            <a:ext cx="21854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4  计算与检查</a:t>
            </a:r>
          </a:p>
        </p:txBody>
      </p:sp>
      <p:sp>
        <p:nvSpPr>
          <p:cNvPr id="30" name="TextBox 29"/>
          <p:cNvSpPr txBox="1"/>
          <p:nvPr/>
        </p:nvSpPr>
        <p:spPr>
          <a:xfrm>
            <a:off x="9400032" y="2459736"/>
            <a:ext cx="2185416" cy="16550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50" b="0" lang="zh-CN" altLang="en-US">
                <a:solidFill>
                  <a:srgbClr val="000000"/>
                </a:solidFill>
                <a:latin typeface="SimHei"/>
                <a:ea typeface="SimHei"/>
                <a:cs typeface="SimHei"/>
              </a:rPr>
              <a:t>MAGBOLTZ群参数</a:t>
            </a:r>
          </a:p>
          <a:p>
            <a:pPr algn="l">
              <a:lnSpc>
                <a:spcPct val="112000"/>
              </a:lnSpc>
              <a:spcBef>
                <a:spcPts val="0"/>
              </a:spcBef>
              <a:spcAft>
                <a:spcPts val="0"/>
              </a:spcAft>
              <a:buNone/>
            </a:pPr>
            <a:r>
              <a:rPr sz="1850" b="0" lang="zh-CN" altLang="en-US">
                <a:solidFill>
                  <a:srgbClr val="000000"/>
                </a:solidFill>
                <a:latin typeface="SimHei"/>
                <a:ea typeface="SimHei"/>
                <a:cs typeface="SimHei"/>
              </a:rPr>
              <a:t>DEGRAD能量损失</a:t>
            </a:r>
          </a:p>
        </p:txBody>
      </p:sp>
      <p:sp>
        <p:nvSpPr>
          <p:cNvPr id="31" name="TextBox 30"/>
          <p:cNvSpPr txBox="1"/>
          <p:nvPr/>
        </p:nvSpPr>
        <p:spPr>
          <a:xfrm>
            <a:off x="786384" y="4700016"/>
            <a:ext cx="10616184" cy="82296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0" lang="zh-CN" altLang="en-US">
                <a:solidFill>
                  <a:srgbClr val="000000"/>
                </a:solidFill>
                <a:latin typeface="SimHei"/>
                <a:ea typeface="SimHei"/>
                <a:cs typeface="SimHei"/>
              </a:rPr>
              <a:t>先由外部证据固定阈值与谱形，</a:t>
            </a:r>
          </a:p>
          <a:p>
            <a:pPr algn="l">
              <a:lnSpc>
                <a:spcPct val="112000"/>
              </a:lnSpc>
              <a:spcBef>
                <a:spcPts val="0"/>
              </a:spcBef>
              <a:spcAft>
                <a:spcPts val="0"/>
              </a:spcAft>
              <a:buNone/>
            </a:pPr>
            <a:r>
              <a:rPr sz="2300" b="0" lang="zh-CN" altLang="en-US">
                <a:solidFill>
                  <a:srgbClr val="000000"/>
                </a:solidFill>
                <a:latin typeface="SimHei"/>
                <a:ea typeface="SimHei"/>
                <a:cs typeface="SimHei"/>
              </a:rPr>
              <a:t>再在物理允许范围内用群参数修正尚不确定的量。</a:t>
            </a:r>
          </a:p>
        </p:txBody>
      </p:sp>
      <p:sp>
        <p:nvSpPr>
          <p:cNvPr id="32" name="Rounded Rectangle 31"/>
          <p:cNvSpPr/>
          <p:nvPr/>
        </p:nvSpPr>
        <p:spPr>
          <a:xfrm>
            <a:off x="502920" y="5824728"/>
            <a:ext cx="11201400" cy="48463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5916168"/>
            <a:ext cx="10835640" cy="34747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005BC4"/>
                </a:solidFill>
                <a:latin typeface="SimHei"/>
                <a:ea typeface="SimHei"/>
                <a:cs typeface="SimHei"/>
              </a:rPr>
              <a:t>方法特点：不同能区采用不同证据，不将所有通道完全自由拟合。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文章一：研究方法（二）——碰撞过程与截面集</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10</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原文图2：弹性、振动、附着、电子激发和电离的整体分布</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10 / 30</a:t>
            </a:r>
          </a:p>
        </p:txBody>
      </p:sp>
      <p:pic>
        <p:nvPicPr>
          <p:cNvPr id="12" name="Picture 11" descr="a_fig2.png"/>
          <p:cNvPicPr>
            <a:picLocks noChangeAspect="1"/>
          </p:cNvPicPr>
          <p:nvPr/>
        </p:nvPicPr>
        <p:blipFill>
          <a:blip r:embed="rId3"/>
          <a:stretch>
            <a:fillRect/>
          </a:stretch>
        </p:blipFill>
        <p:spPr>
          <a:xfrm>
            <a:off x="594360" y="1644570"/>
            <a:ext cx="5532120" cy="4099210"/>
          </a:xfrm>
          <a:prstGeom prst="rect">
            <a:avLst/>
          </a:prstGeom>
        </p:spPr>
      </p:pic>
      <p:sp>
        <p:nvSpPr>
          <p:cNvPr id="13" name="TextBox 12"/>
          <p:cNvSpPr txBox="1"/>
          <p:nvPr/>
        </p:nvSpPr>
        <p:spPr>
          <a:xfrm>
            <a:off x="685800" y="5952744"/>
            <a:ext cx="5394960" cy="30175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100" b="0" lang="zh-CN" altLang="en-US">
                <a:solidFill>
                  <a:srgbClr val="526177"/>
                </a:solidFill>
                <a:latin typeface="SimHei"/>
                <a:ea typeface="SimHei"/>
                <a:cs typeface="SimHei"/>
              </a:rPr>
              <a:t>文献[1]图2，原刊p.2；原文裁切</a:t>
            </a:r>
          </a:p>
        </p:txBody>
      </p:sp>
      <p:sp>
        <p:nvSpPr>
          <p:cNvPr id="14" name="Rounded Rectangle 13"/>
          <p:cNvSpPr/>
          <p:nvPr/>
        </p:nvSpPr>
        <p:spPr>
          <a:xfrm>
            <a:off x="6455664" y="1527048"/>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55664" y="1527048"/>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0255" y="1645919"/>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弹性与转动</a:t>
            </a:r>
          </a:p>
        </p:txBody>
      </p:sp>
      <p:sp>
        <p:nvSpPr>
          <p:cNvPr id="17" name="TextBox 16"/>
          <p:cNvSpPr txBox="1"/>
          <p:nvPr/>
        </p:nvSpPr>
        <p:spPr>
          <a:xfrm>
            <a:off x="6620255" y="2167128"/>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偶极散射、散射计算和漂移数据共同约束。</a:t>
            </a:r>
          </a:p>
        </p:txBody>
      </p:sp>
      <p:sp>
        <p:nvSpPr>
          <p:cNvPr id="18" name="Rounded Rectangle 17"/>
          <p:cNvSpPr/>
          <p:nvPr/>
        </p:nvSpPr>
        <p:spPr>
          <a:xfrm>
            <a:off x="6455664" y="3099815"/>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55664" y="3099815"/>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20255" y="3218687"/>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振动与附着</a:t>
            </a:r>
          </a:p>
        </p:txBody>
      </p:sp>
      <p:sp>
        <p:nvSpPr>
          <p:cNvPr id="21" name="TextBox 20"/>
          <p:cNvSpPr txBox="1"/>
          <p:nvPr/>
        </p:nvSpPr>
        <p:spPr>
          <a:xfrm>
            <a:off x="6620255" y="3739896"/>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能损谱 / 离子信号确定部分谱形；幅值仍需群参数。</a:t>
            </a:r>
          </a:p>
        </p:txBody>
      </p:sp>
      <p:sp>
        <p:nvSpPr>
          <p:cNvPr id="22" name="Rounded Rectangle 21"/>
          <p:cNvSpPr/>
          <p:nvPr/>
        </p:nvSpPr>
        <p:spPr>
          <a:xfrm>
            <a:off x="6455664" y="4672583"/>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55664" y="4672583"/>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0255" y="4791455"/>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电子激发与电离</a:t>
            </a:r>
          </a:p>
        </p:txBody>
      </p:sp>
      <p:sp>
        <p:nvSpPr>
          <p:cNvPr id="25" name="TextBox 24"/>
          <p:cNvSpPr txBox="1"/>
          <p:nvPr/>
        </p:nvSpPr>
        <p:spPr>
          <a:xfrm>
            <a:off x="6620255" y="5312664"/>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光学振子强度、BEf 标度及电离散射数据。</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文章一：研究方法（三）——不同通道如何约束？</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11</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区分阈值、谱形与绝对幅值的证据来源</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11 / 30</a:t>
            </a:r>
          </a:p>
        </p:txBody>
      </p:sp>
      <p:graphicFrame>
        <p:nvGraphicFramePr>
          <p:cNvPr id="12" name="Table 11"/>
          <p:cNvGraphicFramePr>
            <a:graphicFrameLocks noGrp="1"/>
          </p:cNvGraphicFramePr>
          <p:nvPr/>
        </p:nvGraphicFramePr>
        <p:xfrm>
          <a:off x="603504" y="1591056"/>
          <a:ext cx="10991088" cy="4041648"/>
        </p:xfrm>
        <a:graphic>
          <a:graphicData uri="http://schemas.openxmlformats.org/drawingml/2006/table">
            <a:tbl>
              <a:tblPr firstRow="1" bandRow="1">
                <a:tableStyleId>{5C22544A-7EE6-4342-B048-85BDC9FD1C3A}</a:tableStyleId>
              </a:tblPr>
              <a:tblGrid>
                <a:gridCol w="1380744"/>
                <a:gridCol w="4608576"/>
                <a:gridCol w="5001768"/>
              </a:tblGrid>
              <a:tr h="457200">
                <a:tc>
                  <a:txBody>
                    <a:bodyPr wrap="square" lIns="64008" rIns="64008" tIns="64008" bIns="64008" anchor="ctr"/>
                    <a:lstStyle/>
                    <a:p>
                      <a:pPr algn="l">
                        <a:lnSpc>
                          <a:spcPct val="112000"/>
                        </a:lnSpc>
                        <a:spcBef>
                          <a:spcPts val="0"/>
                        </a:spcBef>
                        <a:spcAft>
                          <a:spcPts val="0"/>
                        </a:spcAft>
                        <a:buNone/>
                      </a:pPr>
                      <a:r>
                        <a:rPr sz="1800" b="1" lang="zh-CN" altLang="en-US">
                          <a:solidFill>
                            <a:srgbClr val="FFFFFF"/>
                          </a:solidFill>
                          <a:latin typeface="SimHei"/>
                          <a:ea typeface="SimHei"/>
                          <a:cs typeface="SimHei"/>
                        </a:rPr>
                        <a:t>碰撞过程</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800" b="1" lang="zh-CN" altLang="en-US">
                          <a:solidFill>
                            <a:srgbClr val="FFFFFF"/>
                          </a:solidFill>
                          <a:latin typeface="SimHei"/>
                          <a:ea typeface="SimHei"/>
                          <a:cs typeface="SimHei"/>
                        </a:rPr>
                        <a:t>物理依据</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800" b="1" lang="zh-CN" altLang="en-US">
                          <a:solidFill>
                            <a:srgbClr val="FFFFFF"/>
                          </a:solidFill>
                          <a:latin typeface="SimHei"/>
                          <a:ea typeface="SimHei"/>
                          <a:cs typeface="SimHei"/>
                        </a:rPr>
                        <a:t>仍需注意的条件</a:t>
                      </a:r>
                    </a:p>
                  </a:txBody>
                  <a:tcPr marL="109728" marR="109728" marT="54864" marB="54864">
                    <a:solidFill>
                      <a:srgbClr val="005BC4"/>
                    </a:solidFill>
                  </a:tcPr>
                </a:tc>
              </a:tr>
              <a:tr h="896112">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弹性</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偶极近似 + 散射计算 + 漂移数据</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&lt;100 eV 取 σ</a:t>
                      </a:r>
                      <a:r>
                        <a:rPr sz="1296" b="0" lang="zh-CN" altLang="en-US" baseline="-24000">
                          <a:solidFill>
                            <a:srgbClr val="000000"/>
                          </a:solidFill>
                          <a:latin typeface="SimHei"/>
                          <a:ea typeface="SimHei"/>
                          <a:cs typeface="SimHei"/>
                        </a:rPr>
                        <a:t>el</a:t>
                      </a:r>
                      <a:r>
                        <a:rPr sz="1800" b="0" lang="zh-CN" altLang="en-US">
                          <a:solidFill>
                            <a:srgbClr val="000000"/>
                          </a:solidFill>
                          <a:latin typeface="SimHei"/>
                          <a:ea typeface="SimHei"/>
                          <a:cs typeface="SimHei"/>
                        </a:rPr>
                        <a:t>≈σ</a:t>
                      </a:r>
                      <a:r>
                        <a:rPr sz="1296" b="0" lang="zh-CN" altLang="en-US" baseline="-24000">
                          <a:solidFill>
                            <a:srgbClr val="000000"/>
                          </a:solidFill>
                          <a:latin typeface="SimHei"/>
                          <a:ea typeface="SimHei"/>
                          <a:cs typeface="SimHei"/>
                        </a:rPr>
                        <a:t>mt</a:t>
                      </a:r>
                      <a:r>
                        <a:rPr sz="1800" b="0" lang="zh-CN" altLang="en-US">
                          <a:solidFill>
                            <a:srgbClr val="000000"/>
                          </a:solidFill>
                          <a:latin typeface="SimHei"/>
                          <a:ea typeface="SimHei"/>
                          <a:cs typeface="SimHei"/>
                        </a:rPr>
                        <a:t> 是数据不足时的假设</a:t>
                      </a:r>
                    </a:p>
                  </a:txBody>
                  <a:tcPr marL="109728" marR="109728" marT="54864" marB="54864">
                    <a:solidFill>
                      <a:srgbClr val="EDF4FF"/>
                    </a:solidFill>
                  </a:tcPr>
                </a:tc>
              </a:tr>
              <a:tr h="896112">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振动</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6组阈值65-443 meV；Born-dipole + 共振</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相对强度不等于独立测得的绝对幅值</a:t>
                      </a:r>
                    </a:p>
                  </a:txBody>
                  <a:tcPr marL="109728" marR="109728" marT="54864" marB="54864">
                    <a:solidFill>
                      <a:srgbClr val="FFFFFF"/>
                    </a:solidFill>
                  </a:tcPr>
                </a:tc>
              </a:tr>
              <a:tr h="896112">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附着</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低能离子信号 + 共振 + 有效反应量</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低能与较高能共振存在幅值补偿</a:t>
                      </a:r>
                    </a:p>
                  </a:txBody>
                  <a:tcPr marL="109728" marR="109728" marT="54864" marB="54864">
                    <a:solidFill>
                      <a:srgbClr val="EDF4FF"/>
                    </a:solidFill>
                  </a:tcPr>
                </a:tc>
              </a:tr>
              <a:tr h="896112">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电子激发 / 电离</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BEf 标度；电离阈值12.7 eV；W目标约束</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00" b="0" lang="zh-CN" altLang="en-US">
                          <a:solidFill>
                            <a:srgbClr val="000000"/>
                          </a:solidFill>
                          <a:latin typeface="SimHei"/>
                          <a:ea typeface="SimHei"/>
                          <a:cs typeface="SimHei"/>
                        </a:rPr>
                        <a:t>31 eV/离子对是构建目标，非新实验值</a:t>
                      </a:r>
                    </a:p>
                  </a:txBody>
                  <a:tcPr marL="109728" marR="109728" marT="54864" marB="54864">
                    <a:solidFill>
                      <a:srgbClr val="FFFFFF"/>
                    </a:solidFill>
                  </a:tcPr>
                </a:tc>
              </a:tr>
            </a:tbl>
          </a:graphicData>
        </a:graphic>
      </p:graphicFrame>
      <p:sp>
        <p:nvSpPr>
          <p:cNvPr id="13" name="Rounded Rectangle 12"/>
          <p:cNvSpPr/>
          <p:nvPr/>
        </p:nvSpPr>
        <p:spPr>
          <a:xfrm>
            <a:off x="502920" y="5925312"/>
            <a:ext cx="11201400" cy="374904"/>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016752"/>
            <a:ext cx="10835640" cy="2377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1" lang="zh-CN" altLang="en-US">
                <a:solidFill>
                  <a:srgbClr val="005BC4"/>
                </a:solidFill>
                <a:latin typeface="SimHei"/>
                <a:ea typeface="SimHei"/>
                <a:cs typeface="SimHei"/>
              </a:rPr>
              <a:t>核心检查：阈值、谱形、幅值和高能渐近行为是否同时合理。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文章一：研究方法（四）——实验与模拟怎样对接？</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12</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PT 电流提取群参数，MAGBOLTZ 计算相同观测量进行比较</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12 / 30</a:t>
            </a:r>
          </a:p>
        </p:txBody>
      </p:sp>
      <p:sp>
        <p:nvSpPr>
          <p:cNvPr id="12" name="Rounded Rectangle 11"/>
          <p:cNvSpPr/>
          <p:nvPr/>
        </p:nvSpPr>
        <p:spPr>
          <a:xfrm>
            <a:off x="576072" y="1691640"/>
            <a:ext cx="3429000" cy="1801368"/>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76072" y="1691640"/>
            <a:ext cx="50292" cy="1801368"/>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0664" y="1810512"/>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PT 电子电流</a:t>
            </a:r>
          </a:p>
        </p:txBody>
      </p:sp>
      <p:sp>
        <p:nvSpPr>
          <p:cNvPr id="15" name="TextBox 14"/>
          <p:cNvSpPr txBox="1"/>
          <p:nvPr/>
        </p:nvSpPr>
        <p:spPr>
          <a:xfrm>
            <a:off x="740664" y="2331720"/>
            <a:ext cx="3099816" cy="10789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由实验获得时间波形。</a:t>
            </a:r>
          </a:p>
        </p:txBody>
      </p:sp>
      <p:sp>
        <p:nvSpPr>
          <p:cNvPr id="16" name="Rounded Rectangle 15"/>
          <p:cNvSpPr/>
          <p:nvPr/>
        </p:nvSpPr>
        <p:spPr>
          <a:xfrm>
            <a:off x="4398264" y="1691640"/>
            <a:ext cx="3429000" cy="1801368"/>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1691640"/>
            <a:ext cx="50292" cy="1801368"/>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62855" y="1810512"/>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理论模型拟合</a:t>
            </a:r>
          </a:p>
        </p:txBody>
      </p:sp>
      <p:sp>
        <p:nvSpPr>
          <p:cNvPr id="19" name="TextBox 18"/>
          <p:cNvSpPr txBox="1"/>
          <p:nvPr/>
        </p:nvSpPr>
        <p:spPr>
          <a:xfrm>
            <a:off x="4562855" y="2331720"/>
            <a:ext cx="3099816" cy="10789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提取 W</a:t>
            </a:r>
            <a:r>
              <a:rPr sz="1439" b="0" lang="zh-CN" altLang="en-US" baseline="-24000">
                <a:solidFill>
                  <a:srgbClr val="000000"/>
                </a:solidFill>
                <a:latin typeface="SimHei"/>
                <a:ea typeface="SimHei"/>
                <a:cs typeface="SimHei"/>
              </a:rPr>
              <a:t>b</a:t>
            </a:r>
            <a:r>
              <a:rPr sz="2000" b="0" lang="zh-CN" altLang="en-US">
                <a:solidFill>
                  <a:srgbClr val="000000"/>
                </a:solidFill>
                <a:latin typeface="SimHei"/>
                <a:ea typeface="SimHei"/>
                <a:cs typeface="SimHei"/>
              </a:rPr>
              <a:t> 与 k</a:t>
            </a:r>
            <a:r>
              <a:rPr sz="1439" b="0" lang="zh-CN" altLang="en-US" baseline="-24000">
                <a:solidFill>
                  <a:srgbClr val="000000"/>
                </a:solidFill>
                <a:latin typeface="SimHei"/>
                <a:ea typeface="SimHei"/>
                <a:cs typeface="SimHei"/>
              </a:rPr>
              <a:t>eff</a:t>
            </a:r>
            <a:r>
              <a:rPr sz="2000" b="0" lang="zh-CN" altLang="en-US">
                <a:solidFill>
                  <a:srgbClr val="000000"/>
                </a:solidFill>
                <a:latin typeface="SimHei"/>
                <a:ea typeface="SimHei"/>
                <a:cs typeface="SimHei"/>
              </a:rPr>
              <a:t>。</a:t>
            </a:r>
          </a:p>
        </p:txBody>
      </p:sp>
      <p:sp>
        <p:nvSpPr>
          <p:cNvPr id="20" name="Rounded Rectangle 19"/>
          <p:cNvSpPr/>
          <p:nvPr/>
        </p:nvSpPr>
        <p:spPr>
          <a:xfrm>
            <a:off x="8220456" y="1691640"/>
            <a:ext cx="3429000" cy="1801368"/>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0456" y="1691640"/>
            <a:ext cx="50292" cy="1801368"/>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85048" y="1810512"/>
            <a:ext cx="3099816"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同观测量比较</a:t>
            </a:r>
          </a:p>
        </p:txBody>
      </p:sp>
      <p:sp>
        <p:nvSpPr>
          <p:cNvPr id="23" name="TextBox 22"/>
          <p:cNvSpPr txBox="1"/>
          <p:nvPr/>
        </p:nvSpPr>
        <p:spPr>
          <a:xfrm>
            <a:off x="8385048" y="2331720"/>
            <a:ext cx="3099816" cy="10789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与 MAGBOLTZ 结果比较。</a:t>
            </a:r>
          </a:p>
        </p:txBody>
      </p:sp>
      <p:sp>
        <p:nvSpPr>
          <p:cNvPr id="24" name="TextBox 23"/>
          <p:cNvSpPr txBox="1"/>
          <p:nvPr/>
        </p:nvSpPr>
        <p:spPr>
          <a:xfrm>
            <a:off x="4032504" y="2322576"/>
            <a:ext cx="347472"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5BC4"/>
                </a:solidFill>
                <a:latin typeface="SimHei"/>
                <a:ea typeface="SimHei"/>
                <a:cs typeface="SimHei"/>
              </a:rPr>
              <a:t>→</a:t>
            </a:r>
          </a:p>
        </p:txBody>
      </p:sp>
      <p:sp>
        <p:nvSpPr>
          <p:cNvPr id="25" name="TextBox 24"/>
          <p:cNvSpPr txBox="1"/>
          <p:nvPr/>
        </p:nvSpPr>
        <p:spPr>
          <a:xfrm>
            <a:off x="7854696" y="2322576"/>
            <a:ext cx="347472"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5BC4"/>
                </a:solidFill>
                <a:latin typeface="SimHei"/>
                <a:ea typeface="SimHei"/>
                <a:cs typeface="SimHei"/>
              </a:rPr>
              <a:t>→</a:t>
            </a:r>
          </a:p>
        </p:txBody>
      </p:sp>
      <p:sp>
        <p:nvSpPr>
          <p:cNvPr id="26" name="Rounded Rectangle 25"/>
          <p:cNvSpPr/>
          <p:nvPr/>
        </p:nvSpPr>
        <p:spPr>
          <a:xfrm>
            <a:off x="621792" y="3813048"/>
            <a:ext cx="5340096" cy="1728216"/>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1792" y="3813048"/>
            <a:ext cx="50292" cy="1728216"/>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86384" y="3931920"/>
            <a:ext cx="501091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新增实验与混合气检验</a:t>
            </a:r>
          </a:p>
        </p:txBody>
      </p:sp>
      <p:sp>
        <p:nvSpPr>
          <p:cNvPr id="29" name="TextBox 28"/>
          <p:cNvSpPr txBox="1"/>
          <p:nvPr/>
        </p:nvSpPr>
        <p:spPr>
          <a:xfrm>
            <a:off x="786384" y="4453128"/>
            <a:ext cx="5010912" cy="1005839"/>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新增377 Pa纯气体测量扩展高场区；</a:t>
            </a:r>
          </a:p>
          <a:p>
            <a:pPr algn="l">
              <a:lnSpc>
                <a:spcPct val="112000"/>
              </a:lnSpc>
              <a:spcBef>
                <a:spcPts val="0"/>
              </a:spcBef>
              <a:spcAft>
                <a:spcPts val="0"/>
              </a:spcAft>
              <a:buNone/>
            </a:pPr>
            <a:r>
              <a:rPr sz="2000" b="0" lang="zh-CN" altLang="en-US">
                <a:solidFill>
                  <a:srgbClr val="000000"/>
                </a:solidFill>
                <a:latin typeface="SimHei"/>
                <a:ea typeface="SimHei"/>
                <a:cs typeface="SimHei"/>
              </a:rPr>
              <a:t>结合已有Ar、N</a:t>
            </a:r>
            <a:r>
              <a:rPr sz="1439" b="0" lang="zh-CN" altLang="en-US" baseline="-24000">
                <a:solidFill>
                  <a:srgbClr val="000000"/>
                </a:solidFill>
                <a:latin typeface="SimHei"/>
                <a:ea typeface="SimHei"/>
                <a:cs typeface="SimHei"/>
              </a:rPr>
              <a:t>2</a:t>
            </a:r>
            <a:r>
              <a:rPr sz="2000" b="0" lang="zh-CN" altLang="en-US">
                <a:solidFill>
                  <a:srgbClr val="000000"/>
                </a:solidFill>
                <a:latin typeface="SimHei"/>
                <a:ea typeface="SimHei"/>
                <a:cs typeface="SimHei"/>
              </a:rPr>
              <a:t>稀释群数据。</a:t>
            </a:r>
          </a:p>
        </p:txBody>
      </p:sp>
      <p:sp>
        <p:nvSpPr>
          <p:cNvPr id="30" name="Rounded Rectangle 29"/>
          <p:cNvSpPr/>
          <p:nvPr/>
        </p:nvSpPr>
        <p:spPr>
          <a:xfrm>
            <a:off x="6208776" y="3813048"/>
            <a:ext cx="5340096" cy="1728216"/>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08776" y="3813048"/>
            <a:ext cx="50292" cy="1728216"/>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73368" y="3931920"/>
            <a:ext cx="501091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DEGRAD 的另一个检查层次</a:t>
            </a:r>
          </a:p>
        </p:txBody>
      </p:sp>
      <p:sp>
        <p:nvSpPr>
          <p:cNvPr id="33" name="TextBox 32"/>
          <p:cNvSpPr txBox="1"/>
          <p:nvPr/>
        </p:nvSpPr>
        <p:spPr>
          <a:xfrm>
            <a:off x="6373368" y="4453128"/>
            <a:ext cx="5010912" cy="1005839"/>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高能降能过程与W目标；</a:t>
            </a:r>
          </a:p>
          <a:p>
            <a:pPr algn="l">
              <a:lnSpc>
                <a:spcPct val="112000"/>
              </a:lnSpc>
              <a:spcBef>
                <a:spcPts val="0"/>
              </a:spcBef>
              <a:spcAft>
                <a:spcPts val="0"/>
              </a:spcAft>
              <a:buNone/>
            </a:pPr>
            <a:r>
              <a:rPr sz="1950" b="0" lang="zh-CN" altLang="en-US">
                <a:solidFill>
                  <a:srgbClr val="000000"/>
                </a:solidFill>
                <a:latin typeface="SimHei"/>
                <a:ea typeface="SimHei"/>
                <a:cs typeface="SimHei"/>
              </a:rPr>
              <a:t>该项计算关闭附着，不能等同电荷收集效率。</a:t>
            </a:r>
          </a:p>
        </p:txBody>
      </p:sp>
      <p:sp>
        <p:nvSpPr>
          <p:cNvPr id="34" name="Rounded Rectangle 33"/>
          <p:cNvSpPr/>
          <p:nvPr/>
        </p:nvSpPr>
        <p:spPr>
          <a:xfrm>
            <a:off x="502920" y="5925312"/>
            <a:ext cx="11201400" cy="374904"/>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6016752"/>
            <a:ext cx="10835640" cy="2377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1" lang="zh-CN" altLang="en-US">
                <a:solidFill>
                  <a:srgbClr val="005BC4"/>
                </a:solidFill>
                <a:latin typeface="SimHei"/>
                <a:ea typeface="SimHei"/>
                <a:cs typeface="SimHei"/>
              </a:rPr>
              <a:t>PT提供实验群参数；本文主要贡献在截面构建，不是新型PT装置。</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文章一：结果与验证（一）——纯气体</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13</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原文图3-4：体漂移速度、净反应与临界约化场</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13 / 30</a:t>
            </a:r>
          </a:p>
        </p:txBody>
      </p:sp>
      <p:sp>
        <p:nvSpPr>
          <p:cNvPr id="12" name="TextBox 11"/>
          <p:cNvSpPr txBox="1"/>
          <p:nvPr/>
        </p:nvSpPr>
        <p:spPr>
          <a:xfrm>
            <a:off x="658368" y="1426464"/>
            <a:ext cx="5212080"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体漂移速度 W</a:t>
            </a:r>
            <a:r>
              <a:rPr sz="1655" b="1" lang="zh-CN" altLang="en-US" baseline="-24000">
                <a:solidFill>
                  <a:srgbClr val="005BC4"/>
                </a:solidFill>
                <a:latin typeface="SimHei"/>
                <a:ea typeface="SimHei"/>
                <a:cs typeface="SimHei"/>
              </a:rPr>
              <a:t>b</a:t>
            </a:r>
          </a:p>
        </p:txBody>
      </p:sp>
      <p:sp>
        <p:nvSpPr>
          <p:cNvPr id="13" name="TextBox 12"/>
          <p:cNvSpPr txBox="1"/>
          <p:nvPr/>
        </p:nvSpPr>
        <p:spPr>
          <a:xfrm>
            <a:off x="6364224" y="1426464"/>
            <a:ext cx="5212080"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有效电离速率系数 k</a:t>
            </a:r>
            <a:r>
              <a:rPr sz="1655" b="1" lang="zh-CN" altLang="en-US" baseline="-24000">
                <a:solidFill>
                  <a:srgbClr val="005BC4"/>
                </a:solidFill>
                <a:latin typeface="SimHei"/>
                <a:ea typeface="SimHei"/>
                <a:cs typeface="SimHei"/>
              </a:rPr>
              <a:t>eff</a:t>
            </a:r>
          </a:p>
        </p:txBody>
      </p:sp>
      <p:pic>
        <p:nvPicPr>
          <p:cNvPr id="14" name="Picture 13" descr="a_fig3.png"/>
          <p:cNvPicPr>
            <a:picLocks noChangeAspect="1"/>
          </p:cNvPicPr>
          <p:nvPr/>
        </p:nvPicPr>
        <p:blipFill>
          <a:blip r:embed="rId3"/>
          <a:stretch>
            <a:fillRect/>
          </a:stretch>
        </p:blipFill>
        <p:spPr>
          <a:xfrm>
            <a:off x="1123573" y="1929384"/>
            <a:ext cx="4245092" cy="3410711"/>
          </a:xfrm>
          <a:prstGeom prst="rect">
            <a:avLst/>
          </a:prstGeom>
        </p:spPr>
      </p:pic>
      <p:pic>
        <p:nvPicPr>
          <p:cNvPr id="15" name="Picture 14" descr="a_fig4.png"/>
          <p:cNvPicPr>
            <a:picLocks noChangeAspect="1"/>
          </p:cNvPicPr>
          <p:nvPr/>
        </p:nvPicPr>
        <p:blipFill>
          <a:blip r:embed="rId4"/>
          <a:stretch>
            <a:fillRect/>
          </a:stretch>
        </p:blipFill>
        <p:spPr>
          <a:xfrm>
            <a:off x="6873706" y="1929384"/>
            <a:ext cx="4101675" cy="3410712"/>
          </a:xfrm>
          <a:prstGeom prst="rect">
            <a:avLst/>
          </a:prstGeom>
        </p:spPr>
      </p:pic>
      <p:sp>
        <p:nvSpPr>
          <p:cNvPr id="16" name="TextBox 15"/>
          <p:cNvSpPr txBox="1"/>
          <p:nvPr/>
        </p:nvSpPr>
        <p:spPr>
          <a:xfrm>
            <a:off x="749808" y="5468112"/>
            <a:ext cx="10698480" cy="2834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300" b="0" lang="zh-CN" altLang="en-US">
                <a:solidFill>
                  <a:srgbClr val="526177"/>
                </a:solidFill>
                <a:latin typeface="SimHei"/>
                <a:ea typeface="SimHei"/>
                <a:cs typeface="SimHei"/>
              </a:rPr>
              <a:t>原文图3-4：点为实验、线为计算；图3的2%误差条由作者为展示符合程度而设定。</a:t>
            </a:r>
          </a:p>
        </p:txBody>
      </p:sp>
      <p:sp>
        <p:nvSpPr>
          <p:cNvPr id="17" name="Rounded Rectangle 16"/>
          <p:cNvSpPr/>
          <p:nvPr/>
        </p:nvSpPr>
        <p:spPr>
          <a:xfrm>
            <a:off x="502920" y="5916168"/>
            <a:ext cx="11201400" cy="384048"/>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007607"/>
            <a:ext cx="10835640" cy="24688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1" lang="zh-CN" altLang="en-US">
                <a:solidFill>
                  <a:srgbClr val="005BC4"/>
                </a:solidFill>
                <a:latin typeface="SimHei"/>
                <a:ea typeface="SimHei"/>
                <a:cs typeface="SimHei"/>
              </a:rPr>
              <a:t>临界约化场：975 ± 15 Td（所引用的纯气体实验值）；计算可复现零交点。</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文章一：结果与验证（二）——稀释混合气</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14</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原文图5、图7：Ar / N</a:t>
            </a:r>
            <a:r>
              <a:rPr sz="1439" b="1" lang="zh-CN" altLang="en-US" baseline="-24000">
                <a:solidFill>
                  <a:srgbClr val="C00000"/>
                </a:solidFill>
                <a:latin typeface="SimHei"/>
                <a:ea typeface="SimHei"/>
                <a:cs typeface="SimHei"/>
              </a:rPr>
              <a:t>2</a:t>
            </a:r>
            <a:r>
              <a:rPr sz="2000" b="1" lang="zh-CN" altLang="en-US">
                <a:solidFill>
                  <a:srgbClr val="C00000"/>
                </a:solidFill>
                <a:latin typeface="SimHei"/>
                <a:ea typeface="SimHei"/>
                <a:cs typeface="SimHei"/>
              </a:rPr>
              <a:t>条件下的额外一致性约束</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14 / 30</a:t>
            </a:r>
          </a:p>
        </p:txBody>
      </p:sp>
      <p:sp>
        <p:nvSpPr>
          <p:cNvPr id="12" name="TextBox 11"/>
          <p:cNvSpPr txBox="1"/>
          <p:nvPr/>
        </p:nvSpPr>
        <p:spPr>
          <a:xfrm>
            <a:off x="658368" y="1426464"/>
            <a:ext cx="521208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Ar 稀释混合气</a:t>
            </a:r>
          </a:p>
        </p:txBody>
      </p:sp>
      <p:sp>
        <p:nvSpPr>
          <p:cNvPr id="13" name="TextBox 12"/>
          <p:cNvSpPr txBox="1"/>
          <p:nvPr/>
        </p:nvSpPr>
        <p:spPr>
          <a:xfrm>
            <a:off x="6345936" y="1426464"/>
            <a:ext cx="521208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N</a:t>
            </a:r>
            <a:r>
              <a:rPr sz="1655" b="1" lang="zh-CN" altLang="en-US" baseline="-24000">
                <a:solidFill>
                  <a:srgbClr val="005BC4"/>
                </a:solidFill>
                <a:latin typeface="SimHei"/>
                <a:ea typeface="SimHei"/>
                <a:cs typeface="SimHei"/>
              </a:rPr>
              <a:t>2</a:t>
            </a:r>
            <a:r>
              <a:rPr sz="2300" b="1" lang="zh-CN" altLang="en-US">
                <a:solidFill>
                  <a:srgbClr val="005BC4"/>
                </a:solidFill>
                <a:latin typeface="SimHei"/>
                <a:ea typeface="SimHei"/>
                <a:cs typeface="SimHei"/>
              </a:rPr>
              <a:t> 稀释混合气</a:t>
            </a:r>
          </a:p>
        </p:txBody>
      </p:sp>
      <p:pic>
        <p:nvPicPr>
          <p:cNvPr id="14" name="Picture 13" descr="a_fig5.png"/>
          <p:cNvPicPr>
            <a:picLocks noChangeAspect="1"/>
          </p:cNvPicPr>
          <p:nvPr/>
        </p:nvPicPr>
        <p:blipFill>
          <a:blip r:embed="rId3"/>
          <a:stretch>
            <a:fillRect/>
          </a:stretch>
        </p:blipFill>
        <p:spPr>
          <a:xfrm>
            <a:off x="1125759" y="1947672"/>
            <a:ext cx="4240721" cy="3401568"/>
          </a:xfrm>
          <a:prstGeom prst="rect">
            <a:avLst/>
          </a:prstGeom>
        </p:spPr>
      </p:pic>
      <p:pic>
        <p:nvPicPr>
          <p:cNvPr id="15" name="Picture 14" descr="a_fig7.png"/>
          <p:cNvPicPr>
            <a:picLocks noChangeAspect="1"/>
          </p:cNvPicPr>
          <p:nvPr/>
        </p:nvPicPr>
        <p:blipFill>
          <a:blip r:embed="rId4"/>
          <a:stretch>
            <a:fillRect/>
          </a:stretch>
        </p:blipFill>
        <p:spPr>
          <a:xfrm>
            <a:off x="6816429" y="1947672"/>
            <a:ext cx="4216229" cy="3401568"/>
          </a:xfrm>
          <a:prstGeom prst="rect">
            <a:avLst/>
          </a:prstGeom>
        </p:spPr>
      </p:pic>
      <p:sp>
        <p:nvSpPr>
          <p:cNvPr id="16" name="TextBox 15"/>
          <p:cNvSpPr txBox="1"/>
          <p:nvPr/>
        </p:nvSpPr>
        <p:spPr>
          <a:xfrm>
            <a:off x="749808" y="5468112"/>
            <a:ext cx="10698480" cy="2834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300" b="0" lang="zh-CN" altLang="en-US">
                <a:solidFill>
                  <a:srgbClr val="526177"/>
                </a:solidFill>
                <a:latin typeface="SimHei"/>
                <a:ea typeface="SimHei"/>
                <a:cs typeface="SimHei"/>
              </a:rPr>
              <a:t>文献[1]图5、图7；百分比指 C</a:t>
            </a:r>
            <a:r>
              <a:rPr sz="936" b="0" lang="zh-CN" altLang="en-US" baseline="-24000">
                <a:solidFill>
                  <a:srgbClr val="526177"/>
                </a:solidFill>
                <a:latin typeface="SimHei"/>
                <a:ea typeface="SimHei"/>
                <a:cs typeface="SimHei"/>
              </a:rPr>
              <a:t>4</a:t>
            </a:r>
            <a:r>
              <a:rPr sz="1300" b="0" lang="zh-CN" altLang="en-US">
                <a:solidFill>
                  <a:srgbClr val="526177"/>
                </a:solidFill>
                <a:latin typeface="SimHei"/>
                <a:ea typeface="SimHei"/>
                <a:cs typeface="SimHei"/>
              </a:rPr>
              <a:t>F</a:t>
            </a:r>
            <a:r>
              <a:rPr sz="936" b="0" lang="zh-CN" altLang="en-US" baseline="-24000">
                <a:solidFill>
                  <a:srgbClr val="526177"/>
                </a:solidFill>
                <a:latin typeface="SimHei"/>
                <a:ea typeface="SimHei"/>
                <a:cs typeface="SimHei"/>
              </a:rPr>
              <a:t>7</a:t>
            </a:r>
            <a:r>
              <a:rPr sz="1300" b="0" lang="zh-CN" altLang="en-US">
                <a:solidFill>
                  <a:srgbClr val="526177"/>
                </a:solidFill>
                <a:latin typeface="SimHei"/>
                <a:ea typeface="SimHei"/>
                <a:cs typeface="SimHei"/>
              </a:rPr>
              <a:t>N 浓度；原文裁切。</a:t>
            </a:r>
          </a:p>
        </p:txBody>
      </p:sp>
      <p:sp>
        <p:nvSpPr>
          <p:cNvPr id="17" name="Rounded Rectangle 16"/>
          <p:cNvSpPr/>
          <p:nvPr/>
        </p:nvSpPr>
        <p:spPr>
          <a:xfrm>
            <a:off x="502920" y="5907024"/>
            <a:ext cx="11201400" cy="39319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5998464"/>
            <a:ext cx="10835640" cy="25603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1" lang="zh-CN" altLang="en-US">
                <a:solidFill>
                  <a:srgbClr val="005BC4"/>
                </a:solidFill>
                <a:latin typeface="SimHei"/>
                <a:ea typeface="SimHei"/>
                <a:cs typeface="SimHei"/>
              </a:rPr>
              <a:t>混合气可提供额外约束；图中任意设置的5%误差条不是通用实验精度。</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文章一：主要结论</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15</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作者得到的结果，以及这些结果的适用边界</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15 / 30</a:t>
            </a:r>
          </a:p>
        </p:txBody>
      </p:sp>
      <p:sp>
        <p:nvSpPr>
          <p:cNvPr id="12" name="TextBox 11"/>
          <p:cNvSpPr txBox="1"/>
          <p:nvPr/>
        </p:nvSpPr>
        <p:spPr>
          <a:xfrm>
            <a:off x="704088" y="1609344"/>
            <a:ext cx="10799064"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结论一：获得可用于计算的截面集</a:t>
            </a:r>
          </a:p>
        </p:txBody>
      </p:sp>
      <p:sp>
        <p:nvSpPr>
          <p:cNvPr id="13" name="TextBox 12"/>
          <p:cNvSpPr txBox="1"/>
          <p:nvPr/>
        </p:nvSpPr>
        <p:spPr>
          <a:xfrm>
            <a:off x="859536" y="2139696"/>
            <a:ext cx="10469880" cy="59436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覆盖多类电子碰撞过程，并实现于 MAGBOLTZ / DEGRAD。</a:t>
            </a:r>
          </a:p>
        </p:txBody>
      </p:sp>
      <p:cxnSp>
        <p:nvCxnSpPr>
          <p:cNvPr id="14" name="Connector 13"/>
          <p:cNvCxnSpPr/>
          <p:nvPr/>
        </p:nvCxnSpPr>
        <p:spPr>
          <a:xfrm>
            <a:off x="722376" y="2761488"/>
            <a:ext cx="10744200" cy="0"/>
          </a:xfrm>
          <a:prstGeom prst="line">
            <a:avLst/>
          </a:prstGeom>
          <a:ln w="8890">
            <a:solidFill>
              <a:srgbClr val="DEE4EC"/>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04088" y="2907791"/>
            <a:ext cx="10799064"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结论二：主要群参数具有良好一致性</a:t>
            </a:r>
          </a:p>
        </p:txBody>
      </p:sp>
      <p:sp>
        <p:nvSpPr>
          <p:cNvPr id="16" name="TextBox 15"/>
          <p:cNvSpPr txBox="1"/>
          <p:nvPr/>
        </p:nvSpPr>
        <p:spPr>
          <a:xfrm>
            <a:off x="859536" y="3438144"/>
            <a:ext cx="10469880" cy="59436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纯气体临界约化场约975 ± 15 Td得到复现；混合气仍有局部差异。</a:t>
            </a:r>
          </a:p>
        </p:txBody>
      </p:sp>
      <p:cxnSp>
        <p:nvCxnSpPr>
          <p:cNvPr id="17" name="Connector 16"/>
          <p:cNvCxnSpPr/>
          <p:nvPr/>
        </p:nvCxnSpPr>
        <p:spPr>
          <a:xfrm>
            <a:off x="722376" y="4059935"/>
            <a:ext cx="10744200" cy="0"/>
          </a:xfrm>
          <a:prstGeom prst="line">
            <a:avLst/>
          </a:prstGeom>
          <a:ln w="8890">
            <a:solidFill>
              <a:srgbClr val="DEE4EC"/>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04088" y="4206240"/>
            <a:ext cx="10799064"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结论三：高能合理性与低能不足并存</a:t>
            </a:r>
          </a:p>
        </p:txBody>
      </p:sp>
      <p:sp>
        <p:nvSpPr>
          <p:cNvPr id="19" name="TextBox 18"/>
          <p:cNvSpPr txBox="1"/>
          <p:nvPr/>
        </p:nvSpPr>
        <p:spPr>
          <a:xfrm>
            <a:off x="859536" y="4736592"/>
            <a:ext cx="10469880" cy="59436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高能能量依赖受理论约束；低能绝对数据仍是后续重点。</a:t>
            </a:r>
          </a:p>
        </p:txBody>
      </p:sp>
      <p:sp>
        <p:nvSpPr>
          <p:cNvPr id="20" name="Rounded Rectangle 19"/>
          <p:cNvSpPr/>
          <p:nvPr/>
        </p:nvSpPr>
        <p:spPr>
          <a:xfrm>
            <a:off x="502920" y="5852160"/>
            <a:ext cx="11201400" cy="448056"/>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5943600"/>
            <a:ext cx="10835640" cy="31089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1" lang="zh-CN" altLang="en-US">
                <a:solidFill>
                  <a:srgbClr val="C00000"/>
                </a:solidFill>
                <a:latin typeface="SimHei"/>
                <a:ea typeface="SimHei"/>
                <a:cs typeface="SimHei"/>
              </a:rPr>
              <a:t>群参数符合良好，不等于各分通道唯一，也不等于所有能区都被独立实验验证。</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文章一：创新点与贡献</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16</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多源约束的截面集、能量范围拓展与工具实现</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16 / 30</a:t>
            </a:r>
          </a:p>
        </p:txBody>
      </p:sp>
      <p:graphicFrame>
        <p:nvGraphicFramePr>
          <p:cNvPr id="12" name="Table 11"/>
          <p:cNvGraphicFramePr>
            <a:graphicFrameLocks noGrp="1"/>
          </p:cNvGraphicFramePr>
          <p:nvPr/>
        </p:nvGraphicFramePr>
        <p:xfrm>
          <a:off x="594360" y="1618488"/>
          <a:ext cx="10991088" cy="3831336"/>
        </p:xfrm>
        <a:graphic>
          <a:graphicData uri="http://schemas.openxmlformats.org/drawingml/2006/table">
            <a:tbl>
              <a:tblPr firstRow="1" bandRow="1">
                <a:tableStyleId>{5C22544A-7EE6-4342-B048-85BDC9FD1C3A}</a:tableStyleId>
              </a:tblPr>
              <a:tblGrid>
                <a:gridCol w="2916936"/>
                <a:gridCol w="4005072"/>
                <a:gridCol w="4069080"/>
              </a:tblGrid>
              <a:tr h="457200">
                <a:tc>
                  <a:txBody>
                    <a:bodyPr wrap="square" lIns="64008" rIns="64008" tIns="64008" bIns="64008" anchor="ctr"/>
                    <a:lstStyle/>
                    <a:p>
                      <a:pPr algn="l">
                        <a:lnSpc>
                          <a:spcPct val="112000"/>
                        </a:lnSpc>
                        <a:spcBef>
                          <a:spcPts val="0"/>
                        </a:spcBef>
                        <a:spcAft>
                          <a:spcPts val="0"/>
                        </a:spcAft>
                        <a:buNone/>
                      </a:pPr>
                      <a:r>
                        <a:rPr sz="1820" b="1" lang="zh-CN" altLang="en-US">
                          <a:solidFill>
                            <a:srgbClr val="FFFFFF"/>
                          </a:solidFill>
                          <a:latin typeface="SimHei"/>
                          <a:ea typeface="SimHei"/>
                          <a:cs typeface="SimHei"/>
                        </a:rPr>
                        <a:t>已有问题</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820" b="1" lang="zh-CN" altLang="en-US">
                          <a:solidFill>
                            <a:srgbClr val="FFFFFF"/>
                          </a:solidFill>
                          <a:latin typeface="SimHei"/>
                          <a:ea typeface="SimHei"/>
                          <a:cs typeface="SimHei"/>
                        </a:rPr>
                        <a:t>本文的具体推进</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820" b="1" lang="zh-CN" altLang="en-US">
                          <a:solidFill>
                            <a:srgbClr val="FFFFFF"/>
                          </a:solidFill>
                          <a:latin typeface="SimHei"/>
                          <a:ea typeface="SimHei"/>
                          <a:cs typeface="SimHei"/>
                        </a:rPr>
                        <a:t>对应证据与价值</a:t>
                      </a:r>
                    </a:p>
                  </a:txBody>
                  <a:tcPr marL="109728" marR="109728" marT="54864" marB="54864">
                    <a:solidFill>
                      <a:srgbClr val="005BC4"/>
                    </a:solidFill>
                  </a:tcPr>
                </a:tc>
              </a:tr>
              <a:tr h="1124712">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只复现群数据仍不足以保证物理合理性</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结合谱学、散射和理论，分通道设置约束</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§3.1、§4：同时核对阈值、谱形与幅值</a:t>
                      </a:r>
                    </a:p>
                  </a:txBody>
                  <a:tcPr marL="109728" marR="109728" marT="54864" marB="54864">
                    <a:solidFill>
                      <a:srgbClr val="EDF4FF"/>
                    </a:solidFill>
                  </a:tcPr>
                </a:tc>
              </a:tr>
              <a:tr h="1124712">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既有高能激发 / 能量损失描述受限</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BEf高能行为、多重/K壳电离及W约束</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§3.3、§4.6：校核高能损失的合理性</a:t>
                      </a:r>
                    </a:p>
                  </a:txBody>
                  <a:tcPr marL="109728" marR="109728" marT="54864" marB="54864">
                    <a:solidFill>
                      <a:srgbClr val="FFFFFF"/>
                    </a:solidFill>
                  </a:tcPr>
                </a:tc>
              </a:tr>
              <a:tr h="1124712">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新气体在相关工具中缺少支持</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将新截面集纳入 MAGBOLTZ / DEGRAD</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§5：从截面数据到可用的模拟输入</a:t>
                      </a:r>
                    </a:p>
                  </a:txBody>
                  <a:tcPr marL="109728" marR="109728" marT="54864" marB="54864">
                    <a:solidFill>
                      <a:srgbClr val="EDF4FF"/>
                    </a:solidFill>
                  </a:tcPr>
                </a:tc>
              </a:tr>
            </a:tbl>
          </a:graphicData>
        </a:graphic>
      </p:graphicFrame>
      <p:sp>
        <p:nvSpPr>
          <p:cNvPr id="13" name="Rounded Rectangle 12"/>
          <p:cNvSpPr/>
          <p:nvPr/>
        </p:nvSpPr>
        <p:spPr>
          <a:xfrm>
            <a:off x="502920" y="5815584"/>
            <a:ext cx="11201400" cy="48463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907024"/>
            <a:ext cx="10835640" cy="34747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50" b="1" lang="zh-CN" altLang="en-US">
                <a:solidFill>
                  <a:srgbClr val="C00000"/>
                </a:solidFill>
                <a:latin typeface="SimHei"/>
                <a:ea typeface="SimHei"/>
                <a:cs typeface="SimHei"/>
              </a:rPr>
              <a:t>创新的落点：更具物理约束的截面集，以及更宽能区的可用性。</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文章一：局限与对本方向的思考</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17</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优先关注低能绝对数据、通道补偿与群实验系统误差</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Metting van Rijn &amp; Franck (2026)｜doi:10.1088/1361-6463/ae4fd8</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17 / 30</a:t>
            </a:r>
          </a:p>
        </p:txBody>
      </p:sp>
      <p:pic>
        <p:nvPicPr>
          <p:cNvPr id="12" name="Picture 11" descr="a_fig8.png"/>
          <p:cNvPicPr>
            <a:picLocks noChangeAspect="1"/>
          </p:cNvPicPr>
          <p:nvPr/>
        </p:nvPicPr>
        <p:blipFill>
          <a:blip r:embed="rId3"/>
          <a:stretch>
            <a:fillRect/>
          </a:stretch>
        </p:blipFill>
        <p:spPr>
          <a:xfrm>
            <a:off x="621365" y="1508760"/>
            <a:ext cx="5478109" cy="4370832"/>
          </a:xfrm>
          <a:prstGeom prst="rect">
            <a:avLst/>
          </a:prstGeom>
        </p:spPr>
      </p:pic>
      <p:sp>
        <p:nvSpPr>
          <p:cNvPr id="13" name="TextBox 12"/>
          <p:cNvSpPr txBox="1"/>
          <p:nvPr/>
        </p:nvSpPr>
        <p:spPr>
          <a:xfrm>
            <a:off x="685800" y="5952744"/>
            <a:ext cx="5394960" cy="30175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100" b="0" lang="zh-CN" altLang="en-US">
                <a:solidFill>
                  <a:srgbClr val="526177"/>
                </a:solidFill>
                <a:latin typeface="SimHei"/>
                <a:ea typeface="SimHei"/>
                <a:cs typeface="SimHei"/>
              </a:rPr>
              <a:t>文献[1]图8，原刊p.7；N</a:t>
            </a:r>
            <a:r>
              <a:rPr sz="792" b="0" lang="zh-CN" altLang="en-US" baseline="-24000">
                <a:solidFill>
                  <a:srgbClr val="526177"/>
                </a:solidFill>
                <a:latin typeface="SimHei"/>
                <a:ea typeface="SimHei"/>
                <a:cs typeface="SimHei"/>
              </a:rPr>
              <a:t>2</a:t>
            </a:r>
            <a:r>
              <a:rPr sz="1100" b="0" lang="zh-CN" altLang="en-US">
                <a:solidFill>
                  <a:srgbClr val="526177"/>
                </a:solidFill>
                <a:latin typeface="SimHei"/>
                <a:ea typeface="SimHei"/>
                <a:cs typeface="SimHei"/>
              </a:rPr>
              <a:t>混合气有效电离速率</a:t>
            </a:r>
          </a:p>
        </p:txBody>
      </p:sp>
      <p:sp>
        <p:nvSpPr>
          <p:cNvPr id="14" name="Rounded Rectangle 13"/>
          <p:cNvSpPr/>
          <p:nvPr/>
        </p:nvSpPr>
        <p:spPr>
          <a:xfrm>
            <a:off x="6455664" y="1527048"/>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55664" y="1527048"/>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0255" y="1645919"/>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资料稀缺</a:t>
            </a:r>
          </a:p>
        </p:txBody>
      </p:sp>
      <p:sp>
        <p:nvSpPr>
          <p:cNvPr id="17" name="TextBox 16"/>
          <p:cNvSpPr txBox="1"/>
          <p:nvPr/>
        </p:nvSpPr>
        <p:spPr>
          <a:xfrm>
            <a:off x="6620255" y="2167128"/>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低于10 eV的可用输运约束仍不足。</a:t>
            </a:r>
          </a:p>
        </p:txBody>
      </p:sp>
      <p:sp>
        <p:nvSpPr>
          <p:cNvPr id="18" name="Rounded Rectangle 17"/>
          <p:cNvSpPr/>
          <p:nvPr/>
        </p:nvSpPr>
        <p:spPr>
          <a:xfrm>
            <a:off x="6455664" y="3099815"/>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55664" y="3099815"/>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20255" y="3218687"/>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测量困难</a:t>
            </a:r>
          </a:p>
        </p:txBody>
      </p:sp>
      <p:sp>
        <p:nvSpPr>
          <p:cNvPr id="21" name="TextBox 20"/>
          <p:cNvSpPr txBox="1"/>
          <p:nvPr/>
        </p:nvSpPr>
        <p:spPr>
          <a:xfrm>
            <a:off x="6620255" y="3739896"/>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强附着降低信噪比；降低气压又增强扩散和边界影响。</a:t>
            </a:r>
          </a:p>
        </p:txBody>
      </p:sp>
      <p:sp>
        <p:nvSpPr>
          <p:cNvPr id="22" name="Rounded Rectangle 21"/>
          <p:cNvSpPr/>
          <p:nvPr/>
        </p:nvSpPr>
        <p:spPr>
          <a:xfrm>
            <a:off x="6455664" y="4672583"/>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55664" y="4672583"/>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0255" y="4791455"/>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结果边界</a:t>
            </a:r>
          </a:p>
        </p:txBody>
      </p:sp>
      <p:sp>
        <p:nvSpPr>
          <p:cNvPr id="25" name="TextBox 24"/>
          <p:cNvSpPr txBox="1"/>
          <p:nvPr/>
        </p:nvSpPr>
        <p:spPr>
          <a:xfrm>
            <a:off x="6620255" y="5312664"/>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低浓度混合气仍有差异，不能唯一归因到某一通道。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文章二：研究背景与目标</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18</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问题：怎样把已有轴对称模型扩展到曲线电极，并比较候选混合气？</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18 / 30</a:t>
            </a:r>
          </a:p>
        </p:txBody>
      </p:sp>
      <p:sp>
        <p:nvSpPr>
          <p:cNvPr id="12" name="Rounded Rectangle 11"/>
          <p:cNvSpPr/>
          <p:nvPr/>
        </p:nvSpPr>
        <p:spPr>
          <a:xfrm>
            <a:off x="621792" y="1600200"/>
            <a:ext cx="5815584" cy="1380744"/>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 y="1600200"/>
            <a:ext cx="50292" cy="1380744"/>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6384" y="1719072"/>
            <a:ext cx="5486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已有基础与不足</a:t>
            </a:r>
          </a:p>
        </p:txBody>
      </p:sp>
      <p:sp>
        <p:nvSpPr>
          <p:cNvPr id="15" name="TextBox 14"/>
          <p:cNvSpPr txBox="1"/>
          <p:nvPr/>
        </p:nvSpPr>
        <p:spPr>
          <a:xfrm>
            <a:off x="786384" y="2240280"/>
            <a:ext cx="5486400" cy="65836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已有 AMReX 轴对称流注模型；需处理针尖等曲线边界。</a:t>
            </a:r>
          </a:p>
        </p:txBody>
      </p:sp>
      <p:sp>
        <p:nvSpPr>
          <p:cNvPr id="16" name="Rounded Rectangle 15"/>
          <p:cNvSpPr/>
          <p:nvPr/>
        </p:nvSpPr>
        <p:spPr>
          <a:xfrm>
            <a:off x="621792" y="3136391"/>
            <a:ext cx="5815584" cy="1380744"/>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 y="3136391"/>
            <a:ext cx="50292" cy="1380744"/>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3255263"/>
            <a:ext cx="5486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本研究目标</a:t>
            </a:r>
          </a:p>
        </p:txBody>
      </p:sp>
      <p:sp>
        <p:nvSpPr>
          <p:cNvPr id="19" name="TextBox 18"/>
          <p:cNvSpPr txBox="1"/>
          <p:nvPr/>
        </p:nvSpPr>
        <p:spPr>
          <a:xfrm>
            <a:off x="786384" y="3776472"/>
            <a:ext cx="5486400" cy="65836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实现曲线电极，并对针板负流注传播进行系统比较。</a:t>
            </a:r>
          </a:p>
        </p:txBody>
      </p:sp>
      <p:sp>
        <p:nvSpPr>
          <p:cNvPr id="20" name="Rounded Rectangle 19"/>
          <p:cNvSpPr/>
          <p:nvPr/>
        </p:nvSpPr>
        <p:spPr>
          <a:xfrm>
            <a:off x="621792" y="4672583"/>
            <a:ext cx="5815584" cy="1380744"/>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 y="4672583"/>
            <a:ext cx="50292" cy="1380744"/>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791455"/>
            <a:ext cx="5486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与研究方向的联系</a:t>
            </a:r>
          </a:p>
        </p:txBody>
      </p:sp>
      <p:sp>
        <p:nvSpPr>
          <p:cNvPr id="23" name="TextBox 22"/>
          <p:cNvSpPr txBox="1"/>
          <p:nvPr/>
        </p:nvSpPr>
        <p:spPr>
          <a:xfrm>
            <a:off x="786384" y="5312664"/>
            <a:ext cx="5486400" cy="65836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群参数是模型输入，输出可用于讨论候选气体的传播抑制。</a:t>
            </a:r>
          </a:p>
        </p:txBody>
      </p:sp>
      <p:sp>
        <p:nvSpPr>
          <p:cNvPr id="24" name="Rectangle 23"/>
          <p:cNvSpPr/>
          <p:nvPr/>
        </p:nvSpPr>
        <p:spPr>
          <a:xfrm>
            <a:off x="6967728" y="1609344"/>
            <a:ext cx="4526280" cy="4096512"/>
          </a:xfrm>
          <a:prstGeom prst="rect">
            <a:avLst/>
          </a:prstGeom>
          <a:solidFill>
            <a:srgbClr val="EDF4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7242048" y="2020824"/>
            <a:ext cx="4005072" cy="0"/>
          </a:xfrm>
          <a:prstGeom prst="line">
            <a:avLst/>
          </a:prstGeom>
          <a:ln w="50800">
            <a:solidFill>
              <a:srgbClr val="0000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818120" y="1719072"/>
            <a:ext cx="2971800" cy="27432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700" b="1" lang="zh-CN" altLang="en-US">
                <a:solidFill>
                  <a:srgbClr val="005BC4"/>
                </a:solidFill>
                <a:latin typeface="SimHei"/>
                <a:ea typeface="SimHei"/>
                <a:cs typeface="SimHei"/>
              </a:rPr>
              <a:t>平板电极</a:t>
            </a:r>
          </a:p>
        </p:txBody>
      </p:sp>
      <p:sp>
        <p:nvSpPr>
          <p:cNvPr id="27" name="Oval 26"/>
          <p:cNvSpPr/>
          <p:nvPr/>
        </p:nvSpPr>
        <p:spPr>
          <a:xfrm>
            <a:off x="8842248" y="4389120"/>
            <a:ext cx="822960" cy="822960"/>
          </a:xfrm>
          <a:prstGeom prst="ellipse">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842248" y="4800600"/>
            <a:ext cx="822960" cy="62179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9253728" y="2295144"/>
            <a:ext cx="0" cy="1856232"/>
          </a:xfrm>
          <a:prstGeom prst="line">
            <a:avLst/>
          </a:prstGeom>
          <a:ln w="17780">
            <a:solidFill>
              <a:srgbClr val="005BC4"/>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9491472" y="2907792"/>
            <a:ext cx="1828800" cy="86868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0" lang="zh-CN" altLang="en-US">
                <a:solidFill>
                  <a:srgbClr val="000000"/>
                </a:solidFill>
                <a:latin typeface="SimHei"/>
                <a:ea typeface="SimHei"/>
                <a:cs typeface="SimHei"/>
              </a:rPr>
              <a:t>有效间隙</a:t>
            </a:r>
          </a:p>
          <a:p>
            <a:pPr algn="l">
              <a:lnSpc>
                <a:spcPct val="112000"/>
              </a:lnSpc>
              <a:spcBef>
                <a:spcPts val="0"/>
              </a:spcBef>
              <a:spcAft>
                <a:spcPts val="0"/>
              </a:spcAft>
              <a:buNone/>
            </a:pPr>
            <a:r>
              <a:rPr sz="1900" b="0" lang="zh-CN" altLang="en-US">
                <a:solidFill>
                  <a:srgbClr val="000000"/>
                </a:solidFill>
                <a:latin typeface="SimHei"/>
                <a:ea typeface="SimHei"/>
                <a:cs typeface="SimHei"/>
              </a:rPr>
              <a:t>12.6 mm</a:t>
            </a:r>
          </a:p>
        </p:txBody>
      </p:sp>
      <p:sp>
        <p:nvSpPr>
          <p:cNvPr id="31" name="TextBox 30"/>
          <p:cNvSpPr txBox="1"/>
          <p:nvPr/>
        </p:nvSpPr>
        <p:spPr>
          <a:xfrm>
            <a:off x="7187184" y="4626864"/>
            <a:ext cx="1508760" cy="68580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700" b="0" lang="zh-CN" altLang="en-US">
                <a:solidFill>
                  <a:srgbClr val="000000"/>
                </a:solidFill>
                <a:latin typeface="SimHei"/>
                <a:ea typeface="SimHei"/>
                <a:cs typeface="SimHei"/>
              </a:rPr>
              <a:t>针电极</a:t>
            </a:r>
          </a:p>
          <a:p>
            <a:pPr algn="l">
              <a:lnSpc>
                <a:spcPct val="112000"/>
              </a:lnSpc>
              <a:spcBef>
                <a:spcPts val="0"/>
              </a:spcBef>
              <a:spcAft>
                <a:spcPts val="0"/>
              </a:spcAft>
              <a:buNone/>
            </a:pPr>
            <a:r>
              <a:rPr sz="1700" b="0" lang="zh-CN" altLang="en-US">
                <a:solidFill>
                  <a:srgbClr val="000000"/>
                </a:solidFill>
                <a:latin typeface="SimHei"/>
                <a:ea typeface="SimHei"/>
                <a:cs typeface="SimHei"/>
              </a:rPr>
              <a:t>半径1 mm</a:t>
            </a:r>
          </a:p>
        </p:txBody>
      </p:sp>
      <p:sp>
        <p:nvSpPr>
          <p:cNvPr id="32" name="TextBox 31"/>
          <p:cNvSpPr txBox="1"/>
          <p:nvPr/>
        </p:nvSpPr>
        <p:spPr>
          <a:xfrm>
            <a:off x="7178040" y="5907024"/>
            <a:ext cx="4343400" cy="25603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200" b="0" lang="zh-CN" altLang="en-US">
                <a:solidFill>
                  <a:srgbClr val="526177"/>
                </a:solidFill>
                <a:latin typeface="SimHei"/>
                <a:ea typeface="SimHei"/>
                <a:cs typeface="SimHei"/>
              </a:rPr>
              <a:t>结构示意，非比例；电极总长3.4 mm。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文章二：研究方法（一）——流体模型</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19</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漂移—扩散—反应与泊松方程耦合；局部场近似提供系数</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19 / 30</a:t>
            </a:r>
          </a:p>
        </p:txBody>
      </p:sp>
      <p:sp>
        <p:nvSpPr>
          <p:cNvPr id="12" name="Rounded Rectangle 11"/>
          <p:cNvSpPr/>
          <p:nvPr/>
        </p:nvSpPr>
        <p:spPr>
          <a:xfrm>
            <a:off x="603504" y="1536192"/>
            <a:ext cx="10972800" cy="1106424"/>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1664208"/>
            <a:ext cx="10515600" cy="30175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005BC4"/>
                </a:solidFill>
                <a:latin typeface="SimHei"/>
                <a:ea typeface="SimHei"/>
                <a:cs typeface="SimHei"/>
              </a:rPr>
              <a:t>电子连续性方程</a:t>
            </a:r>
          </a:p>
        </p:txBody>
      </p:sp>
      <p:sp>
        <p:nvSpPr>
          <p:cNvPr id="14" name="TextBox 13"/>
          <p:cNvSpPr txBox="1"/>
          <p:nvPr/>
        </p:nvSpPr>
        <p:spPr>
          <a:xfrm>
            <a:off x="804672" y="2112264"/>
            <a:ext cx="1042416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500" b="0" lang="zh-CN" altLang="en-US">
                <a:solidFill>
                  <a:srgbClr val="000000"/>
                </a:solidFill>
                <a:latin typeface="SimHei"/>
                <a:ea typeface="SimHei"/>
                <a:cs typeface="SimHei"/>
              </a:rPr>
              <a:t>∂n</a:t>
            </a:r>
            <a:r>
              <a:rPr sz="1800" b="0" lang="zh-CN" altLang="en-US" baseline="-24000">
                <a:solidFill>
                  <a:srgbClr val="000000"/>
                </a:solidFill>
                <a:latin typeface="SimHei"/>
                <a:ea typeface="SimHei"/>
                <a:cs typeface="SimHei"/>
              </a:rPr>
              <a:t>e</a:t>
            </a:r>
            <a:r>
              <a:rPr sz="2500" b="0" lang="zh-CN" altLang="en-US">
                <a:solidFill>
                  <a:srgbClr val="000000"/>
                </a:solidFill>
                <a:latin typeface="SimHei"/>
                <a:ea typeface="SimHei"/>
                <a:cs typeface="SimHei"/>
              </a:rPr>
              <a:t>/∂t + ∇·Γ</a:t>
            </a:r>
            <a:r>
              <a:rPr sz="1800" b="0" lang="zh-CN" altLang="en-US" baseline="-24000">
                <a:solidFill>
                  <a:srgbClr val="000000"/>
                </a:solidFill>
                <a:latin typeface="SimHei"/>
                <a:ea typeface="SimHei"/>
                <a:cs typeface="SimHei"/>
              </a:rPr>
              <a:t>e</a:t>
            </a:r>
            <a:r>
              <a:rPr sz="2500" b="0" lang="zh-CN" altLang="en-US">
                <a:solidFill>
                  <a:srgbClr val="000000"/>
                </a:solidFill>
                <a:latin typeface="SimHei"/>
                <a:ea typeface="SimHei"/>
                <a:cs typeface="SimHei"/>
              </a:rPr>
              <a:t> = (α-η) μ</a:t>
            </a:r>
            <a:r>
              <a:rPr sz="1800" b="0" lang="zh-CN" altLang="en-US" baseline="-24000">
                <a:solidFill>
                  <a:srgbClr val="000000"/>
                </a:solidFill>
                <a:latin typeface="SimHei"/>
                <a:ea typeface="SimHei"/>
                <a:cs typeface="SimHei"/>
              </a:rPr>
              <a:t>e</a:t>
            </a:r>
            <a:r>
              <a:rPr sz="2500" b="0" lang="zh-CN" altLang="en-US">
                <a:solidFill>
                  <a:srgbClr val="000000"/>
                </a:solidFill>
                <a:latin typeface="SimHei"/>
                <a:ea typeface="SimHei"/>
                <a:cs typeface="SimHei"/>
              </a:rPr>
              <a:t>|E|n</a:t>
            </a:r>
            <a:r>
              <a:rPr sz="1800" b="0" lang="zh-CN" altLang="en-US" baseline="-24000">
                <a:solidFill>
                  <a:srgbClr val="000000"/>
                </a:solidFill>
                <a:latin typeface="SimHei"/>
                <a:ea typeface="SimHei"/>
                <a:cs typeface="SimHei"/>
              </a:rPr>
              <a:t>e</a:t>
            </a:r>
            <a:r>
              <a:rPr sz="2500" b="0" lang="zh-CN" altLang="en-US">
                <a:solidFill>
                  <a:srgbClr val="000000"/>
                </a:solidFill>
                <a:latin typeface="SimHei"/>
                <a:ea typeface="SimHei"/>
                <a:cs typeface="SimHei"/>
              </a:rPr>
              <a:t> - k</a:t>
            </a:r>
            <a:r>
              <a:rPr sz="1800" b="0" lang="zh-CN" altLang="en-US" baseline="-24000">
                <a:solidFill>
                  <a:srgbClr val="000000"/>
                </a:solidFill>
                <a:latin typeface="SimHei"/>
                <a:ea typeface="SimHei"/>
                <a:cs typeface="SimHei"/>
              </a:rPr>
              <a:t>ep</a:t>
            </a:r>
            <a:r>
              <a:rPr sz="2500" b="0" lang="zh-CN" altLang="en-US">
                <a:solidFill>
                  <a:srgbClr val="000000"/>
                </a:solidFill>
                <a:latin typeface="SimHei"/>
                <a:ea typeface="SimHei"/>
                <a:cs typeface="SimHei"/>
              </a:rPr>
              <a:t>n</a:t>
            </a:r>
            <a:r>
              <a:rPr sz="1800" b="0" lang="zh-CN" altLang="en-US" baseline="-24000">
                <a:solidFill>
                  <a:srgbClr val="000000"/>
                </a:solidFill>
                <a:latin typeface="SimHei"/>
                <a:ea typeface="SimHei"/>
                <a:cs typeface="SimHei"/>
              </a:rPr>
              <a:t>e</a:t>
            </a:r>
            <a:r>
              <a:rPr sz="2500" b="0" lang="zh-CN" altLang="en-US">
                <a:solidFill>
                  <a:srgbClr val="000000"/>
                </a:solidFill>
                <a:latin typeface="SimHei"/>
                <a:ea typeface="SimHei"/>
                <a:cs typeface="SimHei"/>
              </a:rPr>
              <a:t>n</a:t>
            </a:r>
            <a:r>
              <a:rPr sz="1800" b="0" lang="zh-CN" altLang="en-US" baseline="-24000">
                <a:solidFill>
                  <a:srgbClr val="000000"/>
                </a:solidFill>
                <a:latin typeface="SimHei"/>
                <a:ea typeface="SimHei"/>
                <a:cs typeface="SimHei"/>
              </a:rPr>
              <a:t>p</a:t>
            </a:r>
            <a:r>
              <a:rPr sz="2500" b="0" lang="zh-CN" altLang="en-US">
                <a:solidFill>
                  <a:srgbClr val="000000"/>
                </a:solidFill>
                <a:latin typeface="SimHei"/>
                <a:ea typeface="SimHei"/>
                <a:cs typeface="SimHei"/>
              </a:rPr>
              <a:t> + S</a:t>
            </a:r>
            <a:r>
              <a:rPr sz="1800" b="0" lang="zh-CN" altLang="en-US" baseline="-24000">
                <a:solidFill>
                  <a:srgbClr val="000000"/>
                </a:solidFill>
                <a:latin typeface="SimHei"/>
                <a:ea typeface="SimHei"/>
                <a:cs typeface="SimHei"/>
              </a:rPr>
              <a:t>ph</a:t>
            </a:r>
          </a:p>
        </p:txBody>
      </p:sp>
      <p:sp>
        <p:nvSpPr>
          <p:cNvPr id="15" name="Rounded Rectangle 14"/>
          <p:cNvSpPr/>
          <p:nvPr/>
        </p:nvSpPr>
        <p:spPr>
          <a:xfrm>
            <a:off x="603504" y="2880360"/>
            <a:ext cx="5358384" cy="1088136"/>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3026664"/>
            <a:ext cx="4928616" cy="32918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005BC4"/>
                </a:solidFill>
                <a:latin typeface="SimHei"/>
                <a:ea typeface="SimHei"/>
                <a:cs typeface="SimHei"/>
              </a:rPr>
              <a:t>电子通量：漂移 + 扩散</a:t>
            </a:r>
          </a:p>
        </p:txBody>
      </p:sp>
      <p:sp>
        <p:nvSpPr>
          <p:cNvPr id="17" name="TextBox 16"/>
          <p:cNvSpPr txBox="1"/>
          <p:nvPr/>
        </p:nvSpPr>
        <p:spPr>
          <a:xfrm>
            <a:off x="804672" y="3520440"/>
            <a:ext cx="4928616"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0" lang="zh-CN" altLang="en-US">
                <a:solidFill>
                  <a:srgbClr val="000000"/>
                </a:solidFill>
                <a:latin typeface="SimHei"/>
                <a:ea typeface="SimHei"/>
                <a:cs typeface="SimHei"/>
              </a:rPr>
              <a:t>Γ</a:t>
            </a:r>
            <a:r>
              <a:rPr sz="1655" b="0" lang="zh-CN" altLang="en-US" baseline="-24000">
                <a:solidFill>
                  <a:srgbClr val="000000"/>
                </a:solidFill>
                <a:latin typeface="SimHei"/>
                <a:ea typeface="SimHei"/>
                <a:cs typeface="SimHei"/>
              </a:rPr>
              <a:t>e</a:t>
            </a:r>
            <a:r>
              <a:rPr sz="2300" b="0" lang="zh-CN" altLang="en-US">
                <a:solidFill>
                  <a:srgbClr val="000000"/>
                </a:solidFill>
                <a:latin typeface="SimHei"/>
                <a:ea typeface="SimHei"/>
                <a:cs typeface="SimHei"/>
              </a:rPr>
              <a:t> = -μ</a:t>
            </a:r>
            <a:r>
              <a:rPr sz="1655" b="0" lang="zh-CN" altLang="en-US" baseline="-24000">
                <a:solidFill>
                  <a:srgbClr val="000000"/>
                </a:solidFill>
                <a:latin typeface="SimHei"/>
                <a:ea typeface="SimHei"/>
                <a:cs typeface="SimHei"/>
              </a:rPr>
              <a:t>e</a:t>
            </a:r>
            <a:r>
              <a:rPr sz="2300" b="0" lang="zh-CN" altLang="en-US">
                <a:solidFill>
                  <a:srgbClr val="000000"/>
                </a:solidFill>
                <a:latin typeface="SimHei"/>
                <a:ea typeface="SimHei"/>
                <a:cs typeface="SimHei"/>
              </a:rPr>
              <a:t>n</a:t>
            </a:r>
            <a:r>
              <a:rPr sz="1655" b="0" lang="zh-CN" altLang="en-US" baseline="-24000">
                <a:solidFill>
                  <a:srgbClr val="000000"/>
                </a:solidFill>
                <a:latin typeface="SimHei"/>
                <a:ea typeface="SimHei"/>
                <a:cs typeface="SimHei"/>
              </a:rPr>
              <a:t>e</a:t>
            </a:r>
            <a:r>
              <a:rPr sz="2300" b="0" lang="zh-CN" altLang="en-US">
                <a:solidFill>
                  <a:srgbClr val="000000"/>
                </a:solidFill>
                <a:latin typeface="SimHei"/>
                <a:ea typeface="SimHei"/>
                <a:cs typeface="SimHei"/>
              </a:rPr>
              <a:t>E - D</a:t>
            </a:r>
            <a:r>
              <a:rPr sz="1655" b="0" lang="zh-CN" altLang="en-US" baseline="-24000">
                <a:solidFill>
                  <a:srgbClr val="000000"/>
                </a:solidFill>
                <a:latin typeface="SimHei"/>
                <a:ea typeface="SimHei"/>
                <a:cs typeface="SimHei"/>
              </a:rPr>
              <a:t>e</a:t>
            </a:r>
            <a:r>
              <a:rPr sz="2300" b="0" lang="zh-CN" altLang="en-US">
                <a:solidFill>
                  <a:srgbClr val="000000"/>
                </a:solidFill>
                <a:latin typeface="SimHei"/>
                <a:ea typeface="SimHei"/>
                <a:cs typeface="SimHei"/>
              </a:rPr>
              <a:t>∇n</a:t>
            </a:r>
            <a:r>
              <a:rPr sz="1655" b="0" lang="zh-CN" altLang="en-US" baseline="-24000">
                <a:solidFill>
                  <a:srgbClr val="000000"/>
                </a:solidFill>
                <a:latin typeface="SimHei"/>
                <a:ea typeface="SimHei"/>
                <a:cs typeface="SimHei"/>
              </a:rPr>
              <a:t>e</a:t>
            </a:r>
          </a:p>
        </p:txBody>
      </p:sp>
      <p:sp>
        <p:nvSpPr>
          <p:cNvPr id="18" name="Rounded Rectangle 17"/>
          <p:cNvSpPr/>
          <p:nvPr/>
        </p:nvSpPr>
        <p:spPr>
          <a:xfrm>
            <a:off x="6190488" y="2880360"/>
            <a:ext cx="5385816" cy="1088136"/>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1656" y="3026664"/>
            <a:ext cx="4956048" cy="32918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005BC4"/>
                </a:solidFill>
                <a:latin typeface="SimHei"/>
                <a:ea typeface="SimHei"/>
                <a:cs typeface="SimHei"/>
              </a:rPr>
              <a:t>空间电荷决定电势与电场</a:t>
            </a:r>
          </a:p>
        </p:txBody>
      </p:sp>
      <p:sp>
        <p:nvSpPr>
          <p:cNvPr id="20" name="TextBox 19"/>
          <p:cNvSpPr txBox="1"/>
          <p:nvPr/>
        </p:nvSpPr>
        <p:spPr>
          <a:xfrm>
            <a:off x="6391656" y="3520440"/>
            <a:ext cx="4956048" cy="38404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0" lang="zh-CN" altLang="en-US">
                <a:solidFill>
                  <a:srgbClr val="000000"/>
                </a:solidFill>
                <a:latin typeface="SimHei"/>
                <a:ea typeface="SimHei"/>
                <a:cs typeface="SimHei"/>
              </a:rPr>
              <a:t>∇</a:t>
            </a:r>
            <a:r>
              <a:rPr sz="1655" b="0" lang="zh-CN" altLang="en-US" baseline="30000">
                <a:solidFill>
                  <a:srgbClr val="000000"/>
                </a:solidFill>
                <a:latin typeface="SimHei"/>
                <a:ea typeface="SimHei"/>
                <a:cs typeface="SimHei"/>
              </a:rPr>
              <a:t>2</a:t>
            </a:r>
            <a:r>
              <a:rPr sz="2300" b="0" lang="zh-CN" altLang="en-US">
                <a:solidFill>
                  <a:srgbClr val="000000"/>
                </a:solidFill>
                <a:latin typeface="SimHei"/>
                <a:ea typeface="SimHei"/>
                <a:cs typeface="SimHei"/>
              </a:rPr>
              <a:t>φ = -ρ/ε</a:t>
            </a:r>
            <a:r>
              <a:rPr sz="1655" b="0" lang="zh-CN" altLang="en-US" baseline="-24000">
                <a:solidFill>
                  <a:srgbClr val="000000"/>
                </a:solidFill>
                <a:latin typeface="SimHei"/>
                <a:ea typeface="SimHei"/>
                <a:cs typeface="SimHei"/>
              </a:rPr>
              <a:t>0</a:t>
            </a:r>
            <a:r>
              <a:rPr sz="2300" b="0" lang="zh-CN" altLang="en-US">
                <a:solidFill>
                  <a:srgbClr val="000000"/>
                </a:solidFill>
                <a:latin typeface="SimHei"/>
                <a:ea typeface="SimHei"/>
                <a:cs typeface="SimHei"/>
              </a:rPr>
              <a:t>；E = -∇φ</a:t>
            </a:r>
          </a:p>
        </p:txBody>
      </p:sp>
      <p:sp>
        <p:nvSpPr>
          <p:cNvPr id="21" name="Rounded Rectangle 20"/>
          <p:cNvSpPr/>
          <p:nvPr/>
        </p:nvSpPr>
        <p:spPr>
          <a:xfrm>
            <a:off x="621792" y="4261104"/>
            <a:ext cx="5340096" cy="135331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 y="4261104"/>
            <a:ext cx="50292" cy="135331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4379976"/>
            <a:ext cx="501091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局部场近似</a:t>
            </a:r>
          </a:p>
        </p:txBody>
      </p:sp>
      <p:sp>
        <p:nvSpPr>
          <p:cNvPr id="24" name="TextBox 23"/>
          <p:cNvSpPr txBox="1"/>
          <p:nvPr/>
        </p:nvSpPr>
        <p:spPr>
          <a:xfrm>
            <a:off x="786384" y="4901184"/>
            <a:ext cx="5010912" cy="63093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μ</a:t>
            </a:r>
            <a:r>
              <a:rPr sz="1512" b="0" lang="zh-CN" altLang="en-US" baseline="-24000">
                <a:solidFill>
                  <a:srgbClr val="000000"/>
                </a:solidFill>
                <a:latin typeface="SimHei"/>
                <a:ea typeface="SimHei"/>
                <a:cs typeface="SimHei"/>
              </a:rPr>
              <a:t>e</a:t>
            </a:r>
            <a:r>
              <a:rPr sz="2100" b="0" lang="zh-CN" altLang="en-US">
                <a:solidFill>
                  <a:srgbClr val="000000"/>
                </a:solidFill>
                <a:latin typeface="SimHei"/>
                <a:ea typeface="SimHei"/>
                <a:cs typeface="SimHei"/>
              </a:rPr>
              <a:t>、D</a:t>
            </a:r>
            <a:r>
              <a:rPr sz="1512" b="0" lang="zh-CN" altLang="en-US" baseline="-24000">
                <a:solidFill>
                  <a:srgbClr val="000000"/>
                </a:solidFill>
                <a:latin typeface="SimHei"/>
                <a:ea typeface="SimHei"/>
                <a:cs typeface="SimHei"/>
              </a:rPr>
              <a:t>e</a:t>
            </a:r>
            <a:r>
              <a:rPr sz="2100" b="0" lang="zh-CN" altLang="en-US">
                <a:solidFill>
                  <a:srgbClr val="000000"/>
                </a:solidFill>
                <a:latin typeface="SimHei"/>
                <a:ea typeface="SimHei"/>
                <a:cs typeface="SimHei"/>
              </a:rPr>
              <a:t>、α、η 由局部 E/N 决定。</a:t>
            </a:r>
          </a:p>
        </p:txBody>
      </p:sp>
      <p:sp>
        <p:nvSpPr>
          <p:cNvPr id="25" name="Rounded Rectangle 24"/>
          <p:cNvSpPr/>
          <p:nvPr/>
        </p:nvSpPr>
        <p:spPr>
          <a:xfrm>
            <a:off x="6190488" y="4261104"/>
            <a:ext cx="5385816" cy="135331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90488" y="4261104"/>
            <a:ext cx="50292" cy="135331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79" y="4379976"/>
            <a:ext cx="5056631"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实际工况的开关</a:t>
            </a:r>
          </a:p>
        </p:txBody>
      </p:sp>
      <p:sp>
        <p:nvSpPr>
          <p:cNvPr id="28" name="TextBox 27"/>
          <p:cNvSpPr txBox="1"/>
          <p:nvPr/>
        </p:nvSpPr>
        <p:spPr>
          <a:xfrm>
            <a:off x="6355079" y="4901184"/>
            <a:ext cx="5056631" cy="63093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负流注比较：S</a:t>
            </a:r>
            <a:r>
              <a:rPr sz="1512" b="0" lang="zh-CN" altLang="en-US" baseline="-24000">
                <a:solidFill>
                  <a:srgbClr val="000000"/>
                </a:solidFill>
                <a:latin typeface="SimHei"/>
                <a:ea typeface="SimHei"/>
                <a:cs typeface="SimHei"/>
              </a:rPr>
              <a:t>ph</a:t>
            </a:r>
            <a:r>
              <a:rPr sz="2100" b="0" lang="zh-CN" altLang="en-US">
                <a:solidFill>
                  <a:srgbClr val="000000"/>
                </a:solidFill>
                <a:latin typeface="SimHei"/>
                <a:ea typeface="SimHei"/>
                <a:cs typeface="SimHei"/>
              </a:rPr>
              <a:t>=0，忽略解附着。</a:t>
            </a:r>
          </a:p>
        </p:txBody>
      </p:sp>
      <p:sp>
        <p:nvSpPr>
          <p:cNvPr id="29" name="Rounded Rectangle 28"/>
          <p:cNvSpPr/>
          <p:nvPr/>
        </p:nvSpPr>
        <p:spPr>
          <a:xfrm>
            <a:off x="502920" y="5925312"/>
            <a:ext cx="11201400" cy="374904"/>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 y="6016752"/>
            <a:ext cx="10835640" cy="2377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1" lang="zh-CN" altLang="en-US">
                <a:solidFill>
                  <a:srgbClr val="005BC4"/>
                </a:solidFill>
                <a:latin typeface="SimHei"/>
                <a:ea typeface="SimHei"/>
                <a:cs typeface="SimHei"/>
              </a:rPr>
              <a:t>一般模型包含复合项；本文复合仅在部分正则化算例中加入。</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文章二：研究方法（二）——实现与基准</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20</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AMReX 嵌入边界、轴对称度量处理及近电极正则化</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20 / 30</a:t>
            </a:r>
          </a:p>
        </p:txBody>
      </p:sp>
      <p:pic>
        <p:nvPicPr>
          <p:cNvPr id="12" name="Picture 11" descr="b_benchmark.png"/>
          <p:cNvPicPr>
            <a:picLocks noChangeAspect="1"/>
          </p:cNvPicPr>
          <p:nvPr/>
        </p:nvPicPr>
        <p:blipFill>
          <a:blip r:embed="rId3"/>
          <a:stretch>
            <a:fillRect/>
          </a:stretch>
        </p:blipFill>
        <p:spPr>
          <a:xfrm>
            <a:off x="989633" y="1508760"/>
            <a:ext cx="4741572" cy="4370832"/>
          </a:xfrm>
          <a:prstGeom prst="rect">
            <a:avLst/>
          </a:prstGeom>
        </p:spPr>
      </p:pic>
      <p:sp>
        <p:nvSpPr>
          <p:cNvPr id="13" name="TextBox 12"/>
          <p:cNvSpPr txBox="1"/>
          <p:nvPr/>
        </p:nvSpPr>
        <p:spPr>
          <a:xfrm>
            <a:off x="685800" y="5952744"/>
            <a:ext cx="5394960" cy="30175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100" b="0" lang="zh-CN" altLang="en-US">
                <a:solidFill>
                  <a:srgbClr val="526177"/>
                </a:solidFill>
                <a:latin typeface="SimHei"/>
                <a:ea typeface="SimHei"/>
                <a:cs typeface="SimHei"/>
              </a:rPr>
              <a:t>文献[2]图1，原刊p.8；空气正流注长度比较</a:t>
            </a:r>
          </a:p>
        </p:txBody>
      </p:sp>
      <p:sp>
        <p:nvSpPr>
          <p:cNvPr id="14" name="Rounded Rectangle 13"/>
          <p:cNvSpPr/>
          <p:nvPr/>
        </p:nvSpPr>
        <p:spPr>
          <a:xfrm>
            <a:off x="6455664" y="1527048"/>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55664" y="1527048"/>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0255" y="1645919"/>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曲线电极</a:t>
            </a:r>
          </a:p>
        </p:txBody>
      </p:sp>
      <p:sp>
        <p:nvSpPr>
          <p:cNvPr id="17" name="TextBox 16"/>
          <p:cNvSpPr txBox="1"/>
          <p:nvPr/>
        </p:nvSpPr>
        <p:spPr>
          <a:xfrm>
            <a:off x="6620255" y="2167128"/>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矩形网格 + cut cells；椭圆方程需处理轴对称度量项。</a:t>
            </a:r>
          </a:p>
        </p:txBody>
      </p:sp>
      <p:sp>
        <p:nvSpPr>
          <p:cNvPr id="18" name="Rounded Rectangle 17"/>
          <p:cNvSpPr/>
          <p:nvPr/>
        </p:nvSpPr>
        <p:spPr>
          <a:xfrm>
            <a:off x="6455664" y="3099815"/>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55664" y="3099815"/>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20255" y="3218687"/>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基准比较</a:t>
            </a:r>
          </a:p>
        </p:txBody>
      </p:sp>
      <p:sp>
        <p:nvSpPr>
          <p:cNvPr id="21" name="TextBox 20"/>
          <p:cNvSpPr txBox="1"/>
          <p:nvPr/>
        </p:nvSpPr>
        <p:spPr>
          <a:xfrm>
            <a:off x="6620255" y="3739896"/>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与 Afivo-streamer 对比长度、场强、半径等指标。</a:t>
            </a:r>
          </a:p>
        </p:txBody>
      </p:sp>
      <p:sp>
        <p:nvSpPr>
          <p:cNvPr id="22" name="Rounded Rectangle 21"/>
          <p:cNvSpPr/>
          <p:nvPr/>
        </p:nvSpPr>
        <p:spPr>
          <a:xfrm>
            <a:off x="6455664" y="4672583"/>
            <a:ext cx="5202936"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55664" y="4672583"/>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20255" y="4791455"/>
            <a:ext cx="487375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近电极处理</a:t>
            </a:r>
          </a:p>
        </p:txBody>
      </p:sp>
      <p:sp>
        <p:nvSpPr>
          <p:cNvPr id="25" name="TextBox 24"/>
          <p:cNvSpPr txBox="1"/>
          <p:nvPr/>
        </p:nvSpPr>
        <p:spPr>
          <a:xfrm>
            <a:off x="6620255" y="5312664"/>
            <a:ext cx="4873752"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密度阈值转换；部分算例采用缩放复合正则化。</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文章二：研究方法（三）——工况和数据来源</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21</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四种气体、三档背景场；固定 SF</a:t>
            </a:r>
            <a:r>
              <a:rPr sz="1439" b="1" lang="zh-CN" altLang="en-US" baseline="-24000">
                <a:solidFill>
                  <a:srgbClr val="C00000"/>
                </a:solidFill>
                <a:latin typeface="SimHei"/>
                <a:ea typeface="SimHei"/>
                <a:cs typeface="SimHei"/>
              </a:rPr>
              <a:t>6</a:t>
            </a:r>
            <a:r>
              <a:rPr sz="2000" b="1" lang="zh-CN" altLang="en-US">
                <a:solidFill>
                  <a:srgbClr val="C00000"/>
                </a:solidFill>
                <a:latin typeface="SimHei"/>
                <a:ea typeface="SimHei"/>
                <a:cs typeface="SimHei"/>
              </a:rPr>
              <a:t>临界场作为比较标尺</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21 / 30</a:t>
            </a:r>
          </a:p>
        </p:txBody>
      </p:sp>
      <p:graphicFrame>
        <p:nvGraphicFramePr>
          <p:cNvPr id="12" name="Table 11"/>
          <p:cNvGraphicFramePr>
            <a:graphicFrameLocks noGrp="1"/>
          </p:cNvGraphicFramePr>
          <p:nvPr/>
        </p:nvGraphicFramePr>
        <p:xfrm>
          <a:off x="594360" y="1554480"/>
          <a:ext cx="10972800" cy="3739896"/>
        </p:xfrm>
        <a:graphic>
          <a:graphicData uri="http://schemas.openxmlformats.org/drawingml/2006/table">
            <a:tbl>
              <a:tblPr firstRow="1" bandRow="1">
                <a:tableStyleId>{5C22544A-7EE6-4342-B048-85BDC9FD1C3A}</a:tableStyleId>
              </a:tblPr>
              <a:tblGrid>
                <a:gridCol w="1993392"/>
                <a:gridCol w="8979408"/>
              </a:tblGrid>
              <a:tr h="448056">
                <a:tc>
                  <a:txBody>
                    <a:bodyPr wrap="square" lIns="64008" rIns="64008" tIns="64008" bIns="64008" anchor="ctr"/>
                    <a:lstStyle/>
                    <a:p>
                      <a:pPr algn="l">
                        <a:lnSpc>
                          <a:spcPct val="112000"/>
                        </a:lnSpc>
                        <a:spcBef>
                          <a:spcPts val="0"/>
                        </a:spcBef>
                        <a:spcAft>
                          <a:spcPts val="0"/>
                        </a:spcAft>
                        <a:buNone/>
                      </a:pPr>
                      <a:r>
                        <a:rPr sz="2000" b="1" lang="zh-CN" altLang="en-US">
                          <a:solidFill>
                            <a:srgbClr val="FFFFFF"/>
                          </a:solidFill>
                          <a:latin typeface="SimHei"/>
                          <a:ea typeface="SimHei"/>
                          <a:cs typeface="SimHei"/>
                        </a:rPr>
                        <a:t>项目</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2000" b="1" lang="zh-CN" altLang="en-US">
                          <a:solidFill>
                            <a:srgbClr val="FFFFFF"/>
                          </a:solidFill>
                          <a:latin typeface="SimHei"/>
                          <a:ea typeface="SimHei"/>
                          <a:cs typeface="SimHei"/>
                        </a:rPr>
                        <a:t>文献二的强附着气体负流注比较</a:t>
                      </a:r>
                    </a:p>
                  </a:txBody>
                  <a:tcPr marL="109728" marR="109728" marT="54864" marB="54864">
                    <a:solidFill>
                      <a:srgbClr val="005BC4"/>
                    </a:solidFill>
                  </a:tcPr>
                </a:tc>
              </a:tr>
              <a:tr h="731520">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气体</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SF</a:t>
                      </a:r>
                      <a:r>
                        <a:rPr sz="1439" b="0" lang="zh-CN" altLang="en-US" baseline="-24000">
                          <a:solidFill>
                            <a:srgbClr val="000000"/>
                          </a:solidFill>
                          <a:latin typeface="SimHei"/>
                          <a:ea typeface="SimHei"/>
                          <a:cs typeface="SimHei"/>
                        </a:rPr>
                        <a:t>6</a:t>
                      </a:r>
                      <a:r>
                        <a:rPr sz="2000" b="0" lang="zh-CN" altLang="en-US">
                          <a:solidFill>
                            <a:srgbClr val="000000"/>
                          </a:solidFill>
                          <a:latin typeface="SimHei"/>
                          <a:ea typeface="SimHei"/>
                          <a:cs typeface="SimHei"/>
                        </a:rPr>
                        <a:t>；CO</a:t>
                      </a:r>
                      <a:r>
                        <a:rPr sz="1439" b="0" lang="zh-CN" altLang="en-US" baseline="-24000">
                          <a:solidFill>
                            <a:srgbClr val="000000"/>
                          </a:solidFill>
                          <a:latin typeface="SimHei"/>
                          <a:ea typeface="SimHei"/>
                          <a:cs typeface="SimHei"/>
                        </a:rPr>
                        <a:t>2</a:t>
                      </a:r>
                      <a:r>
                        <a:rPr sz="2000" b="0" lang="zh-CN" altLang="en-US">
                          <a:solidFill>
                            <a:srgbClr val="000000"/>
                          </a:solidFill>
                          <a:latin typeface="SimHei"/>
                          <a:ea typeface="SimHei"/>
                          <a:cs typeface="SimHei"/>
                        </a:rPr>
                        <a:t>/C</a:t>
                      </a:r>
                      <a:r>
                        <a:rPr sz="1439" b="0" lang="zh-CN" altLang="en-US" baseline="-24000">
                          <a:solidFill>
                            <a:srgbClr val="000000"/>
                          </a:solidFill>
                          <a:latin typeface="SimHei"/>
                          <a:ea typeface="SimHei"/>
                          <a:cs typeface="SimHei"/>
                        </a:rPr>
                        <a:t>4</a:t>
                      </a:r>
                      <a:r>
                        <a:rPr sz="2000" b="0" lang="zh-CN" altLang="en-US">
                          <a:solidFill>
                            <a:srgbClr val="000000"/>
                          </a:solidFill>
                          <a:latin typeface="SimHei"/>
                          <a:ea typeface="SimHei"/>
                          <a:cs typeface="SimHei"/>
                        </a:rPr>
                        <a:t>F</a:t>
                      </a:r>
                      <a:r>
                        <a:rPr sz="1439" b="0" lang="zh-CN" altLang="en-US" baseline="-24000">
                          <a:solidFill>
                            <a:srgbClr val="000000"/>
                          </a:solidFill>
                          <a:latin typeface="SimHei"/>
                          <a:ea typeface="SimHei"/>
                          <a:cs typeface="SimHei"/>
                        </a:rPr>
                        <a:t>7</a:t>
                      </a:r>
                      <a:r>
                        <a:rPr sz="2000" b="0" lang="zh-CN" altLang="en-US">
                          <a:solidFill>
                            <a:srgbClr val="000000"/>
                          </a:solidFill>
                          <a:latin typeface="SimHei"/>
                          <a:ea typeface="SimHei"/>
                          <a:cs typeface="SimHei"/>
                        </a:rPr>
                        <a:t>N = 90/10、85/15、80/20</a:t>
                      </a:r>
                    </a:p>
                  </a:txBody>
                  <a:tcPr marL="109728" marR="109728" marT="54864" marB="54864">
                    <a:solidFill>
                      <a:srgbClr val="EDF4FF"/>
                    </a:solidFill>
                  </a:tcPr>
                </a:tc>
              </a:tr>
              <a:tr h="630936">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背景场</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90% / 80% / 70% 的 SF</a:t>
                      </a:r>
                      <a:r>
                        <a:rPr sz="1439" b="0" lang="zh-CN" altLang="en-US" baseline="-24000">
                          <a:solidFill>
                            <a:srgbClr val="000000"/>
                          </a:solidFill>
                          <a:latin typeface="SimHei"/>
                          <a:ea typeface="SimHei"/>
                          <a:cs typeface="SimHei"/>
                        </a:rPr>
                        <a:t>6</a:t>
                      </a:r>
                      <a:r>
                        <a:rPr sz="2000" b="0" lang="zh-CN" altLang="en-US">
                          <a:solidFill>
                            <a:srgbClr val="000000"/>
                          </a:solidFill>
                          <a:latin typeface="SimHei"/>
                          <a:ea typeface="SimHei"/>
                          <a:cs typeface="SimHei"/>
                        </a:rPr>
                        <a:t> 临界场</a:t>
                      </a:r>
                    </a:p>
                  </a:txBody>
                  <a:tcPr marL="109728" marR="109728" marT="54864" marB="54864">
                    <a:solidFill>
                      <a:srgbClr val="FFFFFF"/>
                    </a:solidFill>
                  </a:tcPr>
                </a:tc>
              </a:tr>
              <a:tr h="621792">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对应 E/N</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约324.9 / 288.8 / 252.7 Td</a:t>
                      </a:r>
                    </a:p>
                  </a:txBody>
                  <a:tcPr marL="109728" marR="109728" marT="54864" marB="54864">
                    <a:solidFill>
                      <a:srgbClr val="EDF4FF"/>
                    </a:solidFill>
                  </a:tcPr>
                </a:tc>
              </a:tr>
              <a:tr h="685800">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初始条件</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n</a:t>
                      </a:r>
                      <a:r>
                        <a:rPr sz="1439" b="0" lang="zh-CN" altLang="en-US" baseline="-24000">
                          <a:solidFill>
                            <a:srgbClr val="000000"/>
                          </a:solidFill>
                          <a:latin typeface="SimHei"/>
                          <a:ea typeface="SimHei"/>
                          <a:cs typeface="SimHei"/>
                        </a:rPr>
                        <a:t>e</a:t>
                      </a:r>
                      <a:r>
                        <a:rPr sz="2000" b="0" lang="zh-CN" altLang="en-US">
                          <a:solidFill>
                            <a:srgbClr val="000000"/>
                          </a:solidFill>
                          <a:latin typeface="SimHei"/>
                          <a:ea typeface="SimHei"/>
                          <a:cs typeface="SimHei"/>
                        </a:rPr>
                        <a:t> = n</a:t>
                      </a:r>
                      <a:r>
                        <a:rPr sz="1439" b="0" lang="zh-CN" altLang="en-US" baseline="-24000">
                          <a:solidFill>
                            <a:srgbClr val="000000"/>
                          </a:solidFill>
                          <a:latin typeface="SimHei"/>
                          <a:ea typeface="SimHei"/>
                          <a:cs typeface="SimHei"/>
                        </a:rPr>
                        <a:t>p</a:t>
                      </a:r>
                      <a:r>
                        <a:rPr sz="2000" b="0" lang="zh-CN" altLang="en-US">
                          <a:solidFill>
                            <a:srgbClr val="000000"/>
                          </a:solidFill>
                          <a:latin typeface="SimHei"/>
                          <a:ea typeface="SimHei"/>
                          <a:cs typeface="SimHei"/>
                        </a:rPr>
                        <a:t> = 10</a:t>
                      </a:r>
                      <a:r>
                        <a:rPr sz="1439" b="0" lang="zh-CN" altLang="en-US" baseline="30000">
                          <a:solidFill>
                            <a:srgbClr val="000000"/>
                          </a:solidFill>
                          <a:latin typeface="SimHei"/>
                          <a:ea typeface="SimHei"/>
                          <a:cs typeface="SimHei"/>
                        </a:rPr>
                        <a:t>13</a:t>
                      </a:r>
                      <a:r>
                        <a:rPr sz="2000" b="0" lang="zh-CN" altLang="en-US">
                          <a:solidFill>
                            <a:srgbClr val="000000"/>
                          </a:solidFill>
                          <a:latin typeface="SimHei"/>
                          <a:ea typeface="SimHei"/>
                          <a:cs typeface="SimHei"/>
                        </a:rPr>
                        <a:t> m</a:t>
                      </a:r>
                      <a:r>
                        <a:rPr sz="1439" b="0" lang="zh-CN" altLang="en-US" baseline="30000">
                          <a:solidFill>
                            <a:srgbClr val="000000"/>
                          </a:solidFill>
                          <a:latin typeface="SimHei"/>
                          <a:ea typeface="SimHei"/>
                          <a:cs typeface="SimHei"/>
                        </a:rPr>
                        <a:t>-3</a:t>
                      </a:r>
                      <a:r>
                        <a:rPr sz="2000" b="0" lang="zh-CN" altLang="en-US">
                          <a:solidFill>
                            <a:srgbClr val="000000"/>
                          </a:solidFill>
                          <a:latin typeface="SimHei"/>
                          <a:ea typeface="SimHei"/>
                          <a:cs typeface="SimHei"/>
                        </a:rPr>
                        <a:t>，均匀分布</a:t>
                      </a:r>
                    </a:p>
                  </a:txBody>
                  <a:tcPr marL="109728" marR="109728" marT="54864" marB="54864">
                    <a:solidFill>
                      <a:srgbClr val="FFFFFF"/>
                    </a:solidFill>
                  </a:tcPr>
                </a:tc>
              </a:tr>
              <a:tr h="621792">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主要模型开关</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2000" b="0" lang="zh-CN" altLang="en-US">
                          <a:solidFill>
                            <a:srgbClr val="000000"/>
                          </a:solidFill>
                          <a:latin typeface="SimHei"/>
                          <a:ea typeface="SimHei"/>
                          <a:cs typeface="SimHei"/>
                        </a:rPr>
                        <a:t>无光电离；无电子解附着</a:t>
                      </a:r>
                    </a:p>
                  </a:txBody>
                  <a:tcPr marL="109728" marR="109728" marT="54864" marB="54864">
                    <a:solidFill>
                      <a:srgbClr val="EDF4FF"/>
                    </a:solidFill>
                  </a:tcPr>
                </a:tc>
              </a:tr>
            </a:tbl>
          </a:graphicData>
        </a:graphic>
      </p:graphicFrame>
      <p:sp>
        <p:nvSpPr>
          <p:cNvPr id="13" name="Rounded Rectangle 12"/>
          <p:cNvSpPr/>
          <p:nvPr/>
        </p:nvSpPr>
        <p:spPr>
          <a:xfrm>
            <a:off x="502920" y="5870448"/>
            <a:ext cx="11201400" cy="411480"/>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961888"/>
            <a:ext cx="10835640" cy="27432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1" lang="zh-CN" altLang="en-US">
                <a:solidFill>
                  <a:srgbClr val="005BC4"/>
                </a:solidFill>
                <a:latin typeface="SimHei"/>
                <a:ea typeface="SimHei"/>
                <a:cs typeface="SimHei"/>
              </a:rPr>
              <a:t>C</a:t>
            </a:r>
            <a:r>
              <a:rPr sz="1296" b="1" lang="zh-CN" altLang="en-US" baseline="-24000">
                <a:solidFill>
                  <a:srgbClr val="005BC4"/>
                </a:solidFill>
                <a:latin typeface="SimHei"/>
                <a:ea typeface="SimHei"/>
                <a:cs typeface="SimHei"/>
              </a:rPr>
              <a:t>4</a:t>
            </a:r>
            <a:r>
              <a:rPr sz="1800" b="1" lang="zh-CN" altLang="en-US">
                <a:solidFill>
                  <a:srgbClr val="005BC4"/>
                </a:solidFill>
                <a:latin typeface="SimHei"/>
                <a:ea typeface="SimHei"/>
                <a:cs typeface="SimHei"/>
              </a:rPr>
              <a:t>F</a:t>
            </a:r>
            <a:r>
              <a:rPr sz="1296" b="1" lang="zh-CN" altLang="en-US" baseline="-24000">
                <a:solidFill>
                  <a:srgbClr val="005BC4"/>
                </a:solidFill>
                <a:latin typeface="SimHei"/>
                <a:ea typeface="SimHei"/>
                <a:cs typeface="SimHei"/>
              </a:rPr>
              <a:t>7</a:t>
            </a:r>
            <a:r>
              <a:rPr sz="1800" b="1" lang="zh-CN" altLang="en-US">
                <a:solidFill>
                  <a:srgbClr val="005BC4"/>
                </a:solidFill>
                <a:latin typeface="SimHei"/>
                <a:ea typeface="SimHei"/>
                <a:cs typeface="SimHei"/>
              </a:rPr>
              <a:t>N：XJTUAETLab / Zhang 2023；CO</a:t>
            </a:r>
            <a:r>
              <a:rPr sz="1296" b="1" lang="zh-CN" altLang="en-US" baseline="-24000">
                <a:solidFill>
                  <a:srgbClr val="005BC4"/>
                </a:solidFill>
                <a:latin typeface="SimHei"/>
                <a:ea typeface="SimHei"/>
                <a:cs typeface="SimHei"/>
              </a:rPr>
              <a:t>2</a:t>
            </a:r>
            <a:r>
              <a:rPr sz="1800" b="1" lang="zh-CN" altLang="en-US">
                <a:solidFill>
                  <a:srgbClr val="005BC4"/>
                </a:solidFill>
                <a:latin typeface="SimHei"/>
                <a:ea typeface="SimHei"/>
                <a:cs typeface="SimHei"/>
              </a:rPr>
              <a:t>：Biagi 数据库。</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文章二：结果与分析（一）——90%背景场</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22</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E/N≈324.9 Td：SF</a:t>
            </a:r>
            <a:r>
              <a:rPr sz="1439" b="1" lang="zh-CN" altLang="en-US" baseline="-24000">
                <a:solidFill>
                  <a:srgbClr val="C00000"/>
                </a:solidFill>
                <a:latin typeface="SimHei"/>
                <a:ea typeface="SimHei"/>
                <a:cs typeface="SimHei"/>
              </a:rPr>
              <a:t>6</a:t>
            </a:r>
            <a:r>
              <a:rPr sz="2000" b="1" lang="zh-CN" altLang="en-US">
                <a:solidFill>
                  <a:srgbClr val="C00000"/>
                </a:solidFill>
                <a:latin typeface="SimHei"/>
                <a:ea typeface="SimHei"/>
                <a:cs typeface="SimHei"/>
              </a:rPr>
              <a:t>、10%、15%配比跨隙，20%配比熄灭</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22 / 30</a:t>
            </a:r>
          </a:p>
        </p:txBody>
      </p:sp>
      <p:pic>
        <p:nvPicPr>
          <p:cNvPr id="12" name="Picture 11" descr="b_fig9a.png"/>
          <p:cNvPicPr>
            <a:picLocks noChangeAspect="1"/>
          </p:cNvPicPr>
          <p:nvPr/>
        </p:nvPicPr>
        <p:blipFill>
          <a:blip r:embed="rId3"/>
          <a:stretch>
            <a:fillRect/>
          </a:stretch>
        </p:blipFill>
        <p:spPr>
          <a:xfrm>
            <a:off x="548640" y="1592018"/>
            <a:ext cx="5879592" cy="4332330"/>
          </a:xfrm>
          <a:prstGeom prst="rect">
            <a:avLst/>
          </a:prstGeom>
        </p:spPr>
      </p:pic>
      <p:sp>
        <p:nvSpPr>
          <p:cNvPr id="13" name="TextBox 12"/>
          <p:cNvSpPr txBox="1"/>
          <p:nvPr/>
        </p:nvSpPr>
        <p:spPr>
          <a:xfrm>
            <a:off x="694944" y="6053328"/>
            <a:ext cx="5522976" cy="2194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050" b="0" lang="zh-CN" altLang="en-US">
                <a:solidFill>
                  <a:srgbClr val="526177"/>
                </a:solidFill>
                <a:latin typeface="SimHei"/>
                <a:ea typeface="SimHei"/>
                <a:cs typeface="SimHei"/>
              </a:rPr>
              <a:t>文献[2]图9(a)，原刊p.12；原文裁切</a:t>
            </a:r>
          </a:p>
        </p:txBody>
      </p:sp>
      <p:sp>
        <p:nvSpPr>
          <p:cNvPr id="14" name="Rounded Rectangle 13"/>
          <p:cNvSpPr/>
          <p:nvPr/>
        </p:nvSpPr>
        <p:spPr>
          <a:xfrm>
            <a:off x="6684264" y="1545336"/>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84264" y="1545336"/>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48855" y="1664207"/>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SF</a:t>
            </a:r>
            <a:r>
              <a:rPr sz="1584" b="1" lang="zh-CN" altLang="en-US" baseline="-24000">
                <a:solidFill>
                  <a:srgbClr val="005BC4"/>
                </a:solidFill>
                <a:latin typeface="SimHei"/>
                <a:ea typeface="SimHei"/>
                <a:cs typeface="SimHei"/>
              </a:rPr>
              <a:t>6</a:t>
            </a:r>
            <a:r>
              <a:rPr sz="2200" b="1" lang="zh-CN" altLang="en-US">
                <a:solidFill>
                  <a:srgbClr val="005BC4"/>
                </a:solidFill>
                <a:latin typeface="SimHei"/>
                <a:ea typeface="SimHei"/>
                <a:cs typeface="SimHei"/>
              </a:rPr>
              <a:t> / 10% / 15%</a:t>
            </a:r>
          </a:p>
        </p:txBody>
      </p:sp>
      <p:sp>
        <p:nvSpPr>
          <p:cNvPr id="17" name="TextBox 16"/>
          <p:cNvSpPr txBox="1"/>
          <p:nvPr/>
        </p:nvSpPr>
        <p:spPr>
          <a:xfrm>
            <a:off x="6848855" y="2185415"/>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均能跨越12.6 mm轴向有效间隙。</a:t>
            </a:r>
          </a:p>
        </p:txBody>
      </p:sp>
      <p:sp>
        <p:nvSpPr>
          <p:cNvPr id="18" name="Rounded Rectangle 17"/>
          <p:cNvSpPr/>
          <p:nvPr/>
        </p:nvSpPr>
        <p:spPr>
          <a:xfrm>
            <a:off x="6684264" y="3108960"/>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684264" y="3108960"/>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8855" y="3227832"/>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20% C</a:t>
            </a:r>
            <a:r>
              <a:rPr sz="1584" b="1" lang="zh-CN" altLang="en-US" baseline="-24000">
                <a:solidFill>
                  <a:srgbClr val="005BC4"/>
                </a:solidFill>
                <a:latin typeface="SimHei"/>
                <a:ea typeface="SimHei"/>
                <a:cs typeface="SimHei"/>
              </a:rPr>
              <a:t>4</a:t>
            </a:r>
            <a:r>
              <a:rPr sz="2200" b="1" lang="zh-CN" altLang="en-US">
                <a:solidFill>
                  <a:srgbClr val="005BC4"/>
                </a:solidFill>
                <a:latin typeface="SimHei"/>
                <a:ea typeface="SimHei"/>
                <a:cs typeface="SimHei"/>
              </a:rPr>
              <a:t>F</a:t>
            </a:r>
            <a:r>
              <a:rPr sz="1584" b="1" lang="zh-CN" altLang="en-US" baseline="-24000">
                <a:solidFill>
                  <a:srgbClr val="005BC4"/>
                </a:solidFill>
                <a:latin typeface="SimHei"/>
                <a:ea typeface="SimHei"/>
                <a:cs typeface="SimHei"/>
              </a:rPr>
              <a:t>7</a:t>
            </a:r>
            <a:r>
              <a:rPr sz="2200" b="1" lang="zh-CN" altLang="en-US">
                <a:solidFill>
                  <a:srgbClr val="005BC4"/>
                </a:solidFill>
                <a:latin typeface="SimHei"/>
                <a:ea typeface="SimHei"/>
                <a:cs typeface="SimHei"/>
              </a:rPr>
              <a:t>N</a:t>
            </a:r>
          </a:p>
        </p:txBody>
      </p:sp>
      <p:sp>
        <p:nvSpPr>
          <p:cNvPr id="21" name="TextBox 20"/>
          <p:cNvSpPr txBox="1"/>
          <p:nvPr/>
        </p:nvSpPr>
        <p:spPr>
          <a:xfrm>
            <a:off x="6848855" y="3749039"/>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重复流注头出现，最终在到达平板前熄灭。</a:t>
            </a:r>
          </a:p>
        </p:txBody>
      </p:sp>
      <p:sp>
        <p:nvSpPr>
          <p:cNvPr id="22" name="Rounded Rectangle 21"/>
          <p:cNvSpPr/>
          <p:nvPr/>
        </p:nvSpPr>
        <p:spPr>
          <a:xfrm>
            <a:off x="6684264" y="4672583"/>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84264" y="4672583"/>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48855" y="4791455"/>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读图重点</a:t>
            </a:r>
          </a:p>
        </p:txBody>
      </p:sp>
      <p:sp>
        <p:nvSpPr>
          <p:cNvPr id="25" name="TextBox 24"/>
          <p:cNvSpPr txBox="1"/>
          <p:nvPr/>
        </p:nvSpPr>
        <p:spPr>
          <a:xfrm>
            <a:off x="6848855" y="5312664"/>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长度由最大电场位置定义；青色跳变需结合二维图解释。</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文章二：结果与分析（二）——80%背景场</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23</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E/N≈288.8 Td：高配比仍更能抑制传播；后段受平板场增强影响</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23 / 30</a:t>
            </a:r>
          </a:p>
        </p:txBody>
      </p:sp>
      <p:pic>
        <p:nvPicPr>
          <p:cNvPr id="12" name="Picture 11" descr="b_fig9b.png"/>
          <p:cNvPicPr>
            <a:picLocks noChangeAspect="1"/>
          </p:cNvPicPr>
          <p:nvPr/>
        </p:nvPicPr>
        <p:blipFill>
          <a:blip r:embed="rId3"/>
          <a:stretch>
            <a:fillRect/>
          </a:stretch>
        </p:blipFill>
        <p:spPr>
          <a:xfrm>
            <a:off x="548640" y="1576545"/>
            <a:ext cx="5879592" cy="4363276"/>
          </a:xfrm>
          <a:prstGeom prst="rect">
            <a:avLst/>
          </a:prstGeom>
        </p:spPr>
      </p:pic>
      <p:sp>
        <p:nvSpPr>
          <p:cNvPr id="13" name="TextBox 12"/>
          <p:cNvSpPr txBox="1"/>
          <p:nvPr/>
        </p:nvSpPr>
        <p:spPr>
          <a:xfrm>
            <a:off x="694944" y="6053328"/>
            <a:ext cx="5522976" cy="2194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050" b="0" lang="zh-CN" altLang="en-US">
                <a:solidFill>
                  <a:srgbClr val="526177"/>
                </a:solidFill>
                <a:latin typeface="SimHei"/>
                <a:ea typeface="SimHei"/>
                <a:cs typeface="SimHei"/>
              </a:rPr>
              <a:t>文献[2]图9(b)，原刊p.12；原文裁切</a:t>
            </a:r>
          </a:p>
        </p:txBody>
      </p:sp>
      <p:sp>
        <p:nvSpPr>
          <p:cNvPr id="14" name="Rounded Rectangle 13"/>
          <p:cNvSpPr/>
          <p:nvPr/>
        </p:nvSpPr>
        <p:spPr>
          <a:xfrm>
            <a:off x="6684264" y="1545336"/>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84264" y="1545336"/>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48855" y="1664207"/>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跨隙结果</a:t>
            </a:r>
          </a:p>
        </p:txBody>
      </p:sp>
      <p:sp>
        <p:nvSpPr>
          <p:cNvPr id="17" name="TextBox 16"/>
          <p:cNvSpPr txBox="1"/>
          <p:nvPr/>
        </p:nvSpPr>
        <p:spPr>
          <a:xfrm>
            <a:off x="6848855" y="2185415"/>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SF</a:t>
            </a:r>
            <a:r>
              <a:rPr sz="1404" b="0" lang="zh-CN" altLang="en-US" baseline="-24000">
                <a:solidFill>
                  <a:srgbClr val="000000"/>
                </a:solidFill>
                <a:latin typeface="SimHei"/>
                <a:ea typeface="SimHei"/>
                <a:cs typeface="SimHei"/>
              </a:rPr>
              <a:t>6</a:t>
            </a:r>
            <a:r>
              <a:rPr sz="1950" b="0" lang="zh-CN" altLang="en-US">
                <a:solidFill>
                  <a:srgbClr val="000000"/>
                </a:solidFill>
                <a:latin typeface="SimHei"/>
                <a:ea typeface="SimHei"/>
                <a:cs typeface="SimHei"/>
              </a:rPr>
              <a:t>、10%和15%配比均到达平板。</a:t>
            </a:r>
          </a:p>
        </p:txBody>
      </p:sp>
      <p:sp>
        <p:nvSpPr>
          <p:cNvPr id="18" name="Rounded Rectangle 17"/>
          <p:cNvSpPr/>
          <p:nvPr/>
        </p:nvSpPr>
        <p:spPr>
          <a:xfrm>
            <a:off x="6684264" y="3108960"/>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684264" y="3108960"/>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8855" y="3227832"/>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传播动态</a:t>
            </a:r>
          </a:p>
        </p:txBody>
      </p:sp>
      <p:sp>
        <p:nvSpPr>
          <p:cNvPr id="21" name="TextBox 20"/>
          <p:cNvSpPr txBox="1"/>
          <p:nvPr/>
        </p:nvSpPr>
        <p:spPr>
          <a:xfrm>
            <a:off x="6848855" y="3749039"/>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SF</a:t>
            </a:r>
            <a:r>
              <a:rPr sz="1404" b="0" lang="zh-CN" altLang="en-US" baseline="-24000">
                <a:solidFill>
                  <a:srgbClr val="000000"/>
                </a:solidFill>
                <a:latin typeface="SimHei"/>
                <a:ea typeface="SimHei"/>
                <a:cs typeface="SimHei"/>
              </a:rPr>
              <a:t>6</a:t>
            </a:r>
            <a:r>
              <a:rPr sz="1950" b="0" lang="zh-CN" altLang="en-US">
                <a:solidFill>
                  <a:srgbClr val="000000"/>
                </a:solidFill>
                <a:latin typeface="SimHei"/>
                <a:ea typeface="SimHei"/>
                <a:cs typeface="SimHei"/>
              </a:rPr>
              <a:t>与15%配比多数时段速度下降，靠近平板后受场增强影响。</a:t>
            </a:r>
          </a:p>
        </p:txBody>
      </p:sp>
      <p:sp>
        <p:nvSpPr>
          <p:cNvPr id="22" name="Rounded Rectangle 21"/>
          <p:cNvSpPr/>
          <p:nvPr/>
        </p:nvSpPr>
        <p:spPr>
          <a:xfrm>
            <a:off x="6684264" y="4672583"/>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84264" y="4672583"/>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48855" y="4791455"/>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20%配比</a:t>
            </a:r>
          </a:p>
        </p:txBody>
      </p:sp>
      <p:sp>
        <p:nvSpPr>
          <p:cNvPr id="25" name="TextBox 24"/>
          <p:cNvSpPr txBox="1"/>
          <p:nvPr/>
        </p:nvSpPr>
        <p:spPr>
          <a:xfrm>
            <a:off x="6848855" y="5312664"/>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流注在跨隙前熄灭，传播抑制仍更明显。</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文章二：结果与分析（三）——70%背景场</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24</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E/N≈252.7 Td：只有10%配比跨隙，SF</a:t>
            </a:r>
            <a:r>
              <a:rPr sz="1439" b="1" lang="zh-CN" altLang="en-US" baseline="-24000">
                <a:solidFill>
                  <a:srgbClr val="C00000"/>
                </a:solidFill>
                <a:latin typeface="SimHei"/>
                <a:ea typeface="SimHei"/>
                <a:cs typeface="SimHei"/>
              </a:rPr>
              <a:t>6</a:t>
            </a:r>
            <a:r>
              <a:rPr sz="2000" b="1" lang="zh-CN" altLang="en-US">
                <a:solidFill>
                  <a:srgbClr val="C00000"/>
                </a:solidFill>
                <a:latin typeface="SimHei"/>
                <a:ea typeface="SimHei"/>
                <a:cs typeface="SimHei"/>
              </a:rPr>
              <a:t>与15%行为相近</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24 / 30</a:t>
            </a:r>
          </a:p>
        </p:txBody>
      </p:sp>
      <p:pic>
        <p:nvPicPr>
          <p:cNvPr id="12" name="Picture 11" descr="b_fig9c.png"/>
          <p:cNvPicPr>
            <a:picLocks noChangeAspect="1"/>
          </p:cNvPicPr>
          <p:nvPr/>
        </p:nvPicPr>
        <p:blipFill>
          <a:blip r:embed="rId3"/>
          <a:stretch>
            <a:fillRect/>
          </a:stretch>
        </p:blipFill>
        <p:spPr>
          <a:xfrm>
            <a:off x="548640" y="1545600"/>
            <a:ext cx="5879592" cy="4425166"/>
          </a:xfrm>
          <a:prstGeom prst="rect">
            <a:avLst/>
          </a:prstGeom>
        </p:spPr>
      </p:pic>
      <p:sp>
        <p:nvSpPr>
          <p:cNvPr id="13" name="TextBox 12"/>
          <p:cNvSpPr txBox="1"/>
          <p:nvPr/>
        </p:nvSpPr>
        <p:spPr>
          <a:xfrm>
            <a:off x="694944" y="6053328"/>
            <a:ext cx="5522976" cy="2194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050" b="0" lang="zh-CN" altLang="en-US">
                <a:solidFill>
                  <a:srgbClr val="526177"/>
                </a:solidFill>
                <a:latin typeface="SimHei"/>
                <a:ea typeface="SimHei"/>
                <a:cs typeface="SimHei"/>
              </a:rPr>
              <a:t>文献[2]图9(c)，原刊p.12；原文裁切</a:t>
            </a:r>
          </a:p>
        </p:txBody>
      </p:sp>
      <p:sp>
        <p:nvSpPr>
          <p:cNvPr id="14" name="Rounded Rectangle 13"/>
          <p:cNvSpPr/>
          <p:nvPr/>
        </p:nvSpPr>
        <p:spPr>
          <a:xfrm>
            <a:off x="6684264" y="1545336"/>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84264" y="1545336"/>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48855" y="1664207"/>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10% C</a:t>
            </a:r>
            <a:r>
              <a:rPr sz="1584" b="1" lang="zh-CN" altLang="en-US" baseline="-24000">
                <a:solidFill>
                  <a:srgbClr val="005BC4"/>
                </a:solidFill>
                <a:latin typeface="SimHei"/>
                <a:ea typeface="SimHei"/>
                <a:cs typeface="SimHei"/>
              </a:rPr>
              <a:t>4</a:t>
            </a:r>
            <a:r>
              <a:rPr sz="2200" b="1" lang="zh-CN" altLang="en-US">
                <a:solidFill>
                  <a:srgbClr val="005BC4"/>
                </a:solidFill>
                <a:latin typeface="SimHei"/>
                <a:ea typeface="SimHei"/>
                <a:cs typeface="SimHei"/>
              </a:rPr>
              <a:t>F</a:t>
            </a:r>
            <a:r>
              <a:rPr sz="1584" b="1" lang="zh-CN" altLang="en-US" baseline="-24000">
                <a:solidFill>
                  <a:srgbClr val="005BC4"/>
                </a:solidFill>
                <a:latin typeface="SimHei"/>
                <a:ea typeface="SimHei"/>
                <a:cs typeface="SimHei"/>
              </a:rPr>
              <a:t>7</a:t>
            </a:r>
            <a:r>
              <a:rPr sz="2200" b="1" lang="zh-CN" altLang="en-US">
                <a:solidFill>
                  <a:srgbClr val="005BC4"/>
                </a:solidFill>
                <a:latin typeface="SimHei"/>
                <a:ea typeface="SimHei"/>
                <a:cs typeface="SimHei"/>
              </a:rPr>
              <a:t>N</a:t>
            </a:r>
          </a:p>
        </p:txBody>
      </p:sp>
      <p:sp>
        <p:nvSpPr>
          <p:cNvPr id="17" name="TextBox 16"/>
          <p:cNvSpPr txBox="1"/>
          <p:nvPr/>
        </p:nvSpPr>
        <p:spPr>
          <a:xfrm>
            <a:off x="6848855" y="2185415"/>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仍能跨越间隙。</a:t>
            </a:r>
          </a:p>
        </p:txBody>
      </p:sp>
      <p:sp>
        <p:nvSpPr>
          <p:cNvPr id="18" name="Rounded Rectangle 17"/>
          <p:cNvSpPr/>
          <p:nvPr/>
        </p:nvSpPr>
        <p:spPr>
          <a:xfrm>
            <a:off x="6684264" y="3108960"/>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684264" y="3108960"/>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48855" y="3227832"/>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SF</a:t>
            </a:r>
            <a:r>
              <a:rPr sz="1584" b="1" lang="zh-CN" altLang="en-US" baseline="-24000">
                <a:solidFill>
                  <a:srgbClr val="005BC4"/>
                </a:solidFill>
                <a:latin typeface="SimHei"/>
                <a:ea typeface="SimHei"/>
                <a:cs typeface="SimHei"/>
              </a:rPr>
              <a:t>6</a:t>
            </a:r>
            <a:r>
              <a:rPr sz="2200" b="1" lang="zh-CN" altLang="en-US">
                <a:solidFill>
                  <a:srgbClr val="005BC4"/>
                </a:solidFill>
                <a:latin typeface="SimHei"/>
                <a:ea typeface="SimHei"/>
                <a:cs typeface="SimHei"/>
              </a:rPr>
              <a:t> 与15%配比</a:t>
            </a:r>
          </a:p>
        </p:txBody>
      </p:sp>
      <p:sp>
        <p:nvSpPr>
          <p:cNvPr id="21" name="TextBox 20"/>
          <p:cNvSpPr txBox="1"/>
          <p:nvPr/>
        </p:nvSpPr>
        <p:spPr>
          <a:xfrm>
            <a:off x="6848855" y="3749039"/>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均熄灭；时间约6 ns、5.4 ns，行为较接近。</a:t>
            </a:r>
          </a:p>
        </p:txBody>
      </p:sp>
      <p:sp>
        <p:nvSpPr>
          <p:cNvPr id="22" name="Rounded Rectangle 21"/>
          <p:cNvSpPr/>
          <p:nvPr/>
        </p:nvSpPr>
        <p:spPr>
          <a:xfrm>
            <a:off x="6684264" y="4672583"/>
            <a:ext cx="4946904" cy="141732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84264" y="4672583"/>
            <a:ext cx="50292" cy="141732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48855" y="4791455"/>
            <a:ext cx="461772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20% C</a:t>
            </a:r>
            <a:r>
              <a:rPr sz="1584" b="1" lang="zh-CN" altLang="en-US" baseline="-24000">
                <a:solidFill>
                  <a:srgbClr val="005BC4"/>
                </a:solidFill>
                <a:latin typeface="SimHei"/>
                <a:ea typeface="SimHei"/>
                <a:cs typeface="SimHei"/>
              </a:rPr>
              <a:t>4</a:t>
            </a:r>
            <a:r>
              <a:rPr sz="2200" b="1" lang="zh-CN" altLang="en-US">
                <a:solidFill>
                  <a:srgbClr val="005BC4"/>
                </a:solidFill>
                <a:latin typeface="SimHei"/>
                <a:ea typeface="SimHei"/>
                <a:cs typeface="SimHei"/>
              </a:rPr>
              <a:t>F</a:t>
            </a:r>
            <a:r>
              <a:rPr sz="1584" b="1" lang="zh-CN" altLang="en-US" baseline="-24000">
                <a:solidFill>
                  <a:srgbClr val="005BC4"/>
                </a:solidFill>
                <a:latin typeface="SimHei"/>
                <a:ea typeface="SimHei"/>
                <a:cs typeface="SimHei"/>
              </a:rPr>
              <a:t>7</a:t>
            </a:r>
            <a:r>
              <a:rPr sz="2200" b="1" lang="zh-CN" altLang="en-US">
                <a:solidFill>
                  <a:srgbClr val="005BC4"/>
                </a:solidFill>
                <a:latin typeface="SimHei"/>
                <a:ea typeface="SimHei"/>
                <a:cs typeface="SimHei"/>
              </a:rPr>
              <a:t>N</a:t>
            </a:r>
          </a:p>
        </p:txBody>
      </p:sp>
      <p:sp>
        <p:nvSpPr>
          <p:cNvPr id="25" name="TextBox 24"/>
          <p:cNvSpPr txBox="1"/>
          <p:nvPr/>
        </p:nvSpPr>
        <p:spPr>
          <a:xfrm>
            <a:off x="6848855" y="5312664"/>
            <a:ext cx="4617720" cy="6949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约3 ns熄灭，传播距离更短。</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文章二：结果与分析（四）——重复流注头</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25</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结合二维分布解释长度曲线跳变，避免将指标切换误判为整体回退</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25 / 30</a:t>
            </a:r>
          </a:p>
        </p:txBody>
      </p:sp>
      <p:sp>
        <p:nvSpPr>
          <p:cNvPr id="12" name="TextBox 11"/>
          <p:cNvSpPr txBox="1"/>
          <p:nvPr/>
        </p:nvSpPr>
        <p:spPr>
          <a:xfrm>
            <a:off x="630936" y="1399032"/>
            <a:ext cx="6766560" cy="32918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005BC4"/>
                </a:solidFill>
                <a:latin typeface="SimHei"/>
                <a:ea typeface="SimHei"/>
                <a:cs typeface="SimHei"/>
              </a:rPr>
              <a:t>原文图14：电场 |E|（V/m）</a:t>
            </a:r>
          </a:p>
        </p:txBody>
      </p:sp>
      <p:pic>
        <p:nvPicPr>
          <p:cNvPr id="13" name="Picture 12" descr="b_fig14.png"/>
          <p:cNvPicPr>
            <a:picLocks noChangeAspect="1"/>
          </p:cNvPicPr>
          <p:nvPr/>
        </p:nvPicPr>
        <p:blipFill>
          <a:blip r:embed="rId3"/>
          <a:stretch>
            <a:fillRect/>
          </a:stretch>
        </p:blipFill>
        <p:spPr>
          <a:xfrm>
            <a:off x="1673295" y="1856231"/>
            <a:ext cx="4480672" cy="1901952"/>
          </a:xfrm>
          <a:prstGeom prst="rect">
            <a:avLst/>
          </a:prstGeom>
        </p:spPr>
      </p:pic>
      <p:sp>
        <p:nvSpPr>
          <p:cNvPr id="14" name="TextBox 13"/>
          <p:cNvSpPr txBox="1"/>
          <p:nvPr/>
        </p:nvSpPr>
        <p:spPr>
          <a:xfrm>
            <a:off x="630936" y="3840480"/>
            <a:ext cx="6766560" cy="32918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005BC4"/>
                </a:solidFill>
                <a:latin typeface="SimHei"/>
                <a:ea typeface="SimHei"/>
                <a:cs typeface="SimHei"/>
              </a:rPr>
              <a:t>原文图15：电子数密度 n</a:t>
            </a:r>
            <a:r>
              <a:rPr sz="1368" b="1" lang="zh-CN" altLang="en-US" baseline="-24000">
                <a:solidFill>
                  <a:srgbClr val="005BC4"/>
                </a:solidFill>
                <a:latin typeface="SimHei"/>
                <a:ea typeface="SimHei"/>
                <a:cs typeface="SimHei"/>
              </a:rPr>
              <a:t>e</a:t>
            </a:r>
            <a:r>
              <a:rPr sz="1900" b="1" lang="zh-CN" altLang="en-US">
                <a:solidFill>
                  <a:srgbClr val="005BC4"/>
                </a:solidFill>
                <a:latin typeface="SimHei"/>
                <a:ea typeface="SimHei"/>
                <a:cs typeface="SimHei"/>
              </a:rPr>
              <a:t>（m</a:t>
            </a:r>
            <a:r>
              <a:rPr sz="1368" b="1" lang="zh-CN" altLang="en-US" baseline="30000">
                <a:solidFill>
                  <a:srgbClr val="005BC4"/>
                </a:solidFill>
                <a:latin typeface="SimHei"/>
                <a:ea typeface="SimHei"/>
                <a:cs typeface="SimHei"/>
              </a:rPr>
              <a:t>-3</a:t>
            </a:r>
            <a:r>
              <a:rPr sz="1900" b="1" lang="zh-CN" altLang="en-US">
                <a:solidFill>
                  <a:srgbClr val="005BC4"/>
                </a:solidFill>
                <a:latin typeface="SimHei"/>
                <a:ea typeface="SimHei"/>
                <a:cs typeface="SimHei"/>
              </a:rPr>
              <a:t>）</a:t>
            </a:r>
          </a:p>
        </p:txBody>
      </p:sp>
      <p:pic>
        <p:nvPicPr>
          <p:cNvPr id="15" name="Picture 14" descr="b_fig15.png"/>
          <p:cNvPicPr>
            <a:picLocks noChangeAspect="1"/>
          </p:cNvPicPr>
          <p:nvPr/>
        </p:nvPicPr>
        <p:blipFill>
          <a:blip r:embed="rId4"/>
          <a:stretch>
            <a:fillRect/>
          </a:stretch>
        </p:blipFill>
        <p:spPr>
          <a:xfrm>
            <a:off x="1659466" y="4288536"/>
            <a:ext cx="4508330" cy="1901952"/>
          </a:xfrm>
          <a:prstGeom prst="rect">
            <a:avLst/>
          </a:prstGeom>
        </p:spPr>
      </p:pic>
      <p:sp>
        <p:nvSpPr>
          <p:cNvPr id="16" name="Rounded Rectangle 15"/>
          <p:cNvSpPr/>
          <p:nvPr/>
        </p:nvSpPr>
        <p:spPr>
          <a:xfrm>
            <a:off x="7580375" y="1572768"/>
            <a:ext cx="4050791" cy="139903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580375" y="1572768"/>
            <a:ext cx="50292" cy="1399032"/>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44967" y="1691640"/>
            <a:ext cx="3721607"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物理结构</a:t>
            </a:r>
          </a:p>
        </p:txBody>
      </p:sp>
      <p:sp>
        <p:nvSpPr>
          <p:cNvPr id="19" name="TextBox 18"/>
          <p:cNvSpPr txBox="1"/>
          <p:nvPr/>
        </p:nvSpPr>
        <p:spPr>
          <a:xfrm>
            <a:off x="7744967" y="2212848"/>
            <a:ext cx="3721607" cy="6766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附着消耗通道电子，形成相对孤立的流注头。</a:t>
            </a:r>
          </a:p>
        </p:txBody>
      </p:sp>
      <p:sp>
        <p:nvSpPr>
          <p:cNvPr id="20" name="Rounded Rectangle 19"/>
          <p:cNvSpPr/>
          <p:nvPr/>
        </p:nvSpPr>
        <p:spPr>
          <a:xfrm>
            <a:off x="7580375" y="3172968"/>
            <a:ext cx="4050791" cy="1426464"/>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580375" y="3172968"/>
            <a:ext cx="50292" cy="1426464"/>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44967" y="3291840"/>
            <a:ext cx="3721607"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指标定义</a:t>
            </a:r>
          </a:p>
        </p:txBody>
      </p:sp>
      <p:sp>
        <p:nvSpPr>
          <p:cNvPr id="23" name="TextBox 22"/>
          <p:cNvSpPr txBox="1"/>
          <p:nvPr/>
        </p:nvSpPr>
        <p:spPr>
          <a:xfrm>
            <a:off x="7744967" y="3813048"/>
            <a:ext cx="3721607" cy="70408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50" b="0" lang="zh-CN" altLang="en-US">
                <a:solidFill>
                  <a:srgbClr val="000000"/>
                </a:solidFill>
                <a:latin typeface="SimHei"/>
                <a:ea typeface="SimHei"/>
                <a:cs typeface="SimHei"/>
              </a:rPr>
              <a:t>L = z</a:t>
            </a:r>
            <a:r>
              <a:rPr sz="1404" b="0" lang="zh-CN" altLang="en-US" baseline="-24000">
                <a:solidFill>
                  <a:srgbClr val="000000"/>
                </a:solidFill>
                <a:latin typeface="SimHei"/>
                <a:ea typeface="SimHei"/>
                <a:cs typeface="SimHei"/>
              </a:rPr>
              <a:t>max</a:t>
            </a:r>
            <a:r>
              <a:rPr sz="1950" b="0" lang="zh-CN" altLang="en-US">
                <a:solidFill>
                  <a:srgbClr val="000000"/>
                </a:solidFill>
                <a:latin typeface="SimHei"/>
                <a:ea typeface="SimHei"/>
                <a:cs typeface="SimHei"/>
              </a:rPr>
              <a:t> - 3.4 mm</a:t>
            </a:r>
          </a:p>
          <a:p>
            <a:pPr algn="l">
              <a:lnSpc>
                <a:spcPct val="112000"/>
              </a:lnSpc>
              <a:spcBef>
                <a:spcPts val="0"/>
              </a:spcBef>
              <a:spcAft>
                <a:spcPts val="0"/>
              </a:spcAft>
              <a:buNone/>
            </a:pPr>
            <a:r>
              <a:rPr sz="1950" b="0" lang="zh-CN" altLang="en-US">
                <a:solidFill>
                  <a:srgbClr val="000000"/>
                </a:solidFill>
                <a:latin typeface="SimHei"/>
                <a:ea typeface="SimHei"/>
                <a:cs typeface="SimHei"/>
              </a:rPr>
              <a:t>最大场位置在新旧头部间切换。</a:t>
            </a:r>
          </a:p>
        </p:txBody>
      </p:sp>
      <p:sp>
        <p:nvSpPr>
          <p:cNvPr id="24" name="Rounded Rectangle 23"/>
          <p:cNvSpPr/>
          <p:nvPr/>
        </p:nvSpPr>
        <p:spPr>
          <a:xfrm>
            <a:off x="7580375" y="4800600"/>
            <a:ext cx="4050791" cy="1353312"/>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580375" y="4800600"/>
            <a:ext cx="50292" cy="1353312"/>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44967" y="4919472"/>
            <a:ext cx="3721607"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C00000"/>
                </a:solidFill>
                <a:latin typeface="SimHei"/>
                <a:ea typeface="SimHei"/>
                <a:cs typeface="SimHei"/>
              </a:rPr>
              <a:t>正确解释</a:t>
            </a:r>
          </a:p>
        </p:txBody>
      </p:sp>
      <p:sp>
        <p:nvSpPr>
          <p:cNvPr id="27" name="TextBox 26"/>
          <p:cNvSpPr txBox="1"/>
          <p:nvPr/>
        </p:nvSpPr>
        <p:spPr>
          <a:xfrm>
            <a:off x="7744967" y="5440680"/>
            <a:ext cx="3721607" cy="63093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0" lang="zh-CN" altLang="en-US">
                <a:solidFill>
                  <a:srgbClr val="000000"/>
                </a:solidFill>
                <a:latin typeface="SimHei"/>
                <a:ea typeface="SimHei"/>
                <a:cs typeface="SimHei"/>
              </a:rPr>
              <a:t>长度曲线跳变，不代表前沿整体回退。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文章二：主要结论</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26</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结论须限定在论文选择的针板负流注工况下</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26 / 30</a:t>
            </a:r>
          </a:p>
        </p:txBody>
      </p:sp>
      <p:graphicFrame>
        <p:nvGraphicFramePr>
          <p:cNvPr id="12" name="Table 11"/>
          <p:cNvGraphicFramePr>
            <a:graphicFrameLocks noGrp="1"/>
          </p:cNvGraphicFramePr>
          <p:nvPr/>
        </p:nvGraphicFramePr>
        <p:xfrm>
          <a:off x="594360" y="1618488"/>
          <a:ext cx="10991087" cy="3081528"/>
        </p:xfrm>
        <a:graphic>
          <a:graphicData uri="http://schemas.openxmlformats.org/drawingml/2006/table">
            <a:tbl>
              <a:tblPr firstRow="1" bandRow="1">
                <a:tableStyleId>{5C22544A-7EE6-4342-B048-85BDC9FD1C3A}</a:tableStyleId>
              </a:tblPr>
              <a:tblGrid>
                <a:gridCol w="4133087"/>
                <a:gridCol w="2962656"/>
                <a:gridCol w="3895344"/>
              </a:tblGrid>
              <a:tr h="466344">
                <a:tc>
                  <a:txBody>
                    <a:bodyPr wrap="square" lIns="64008" rIns="64008" tIns="64008" bIns="64008" anchor="ctr"/>
                    <a:lstStyle/>
                    <a:p>
                      <a:pPr algn="l">
                        <a:lnSpc>
                          <a:spcPct val="112000"/>
                        </a:lnSpc>
                        <a:spcBef>
                          <a:spcPts val="0"/>
                        </a:spcBef>
                        <a:spcAft>
                          <a:spcPts val="0"/>
                        </a:spcAft>
                        <a:buNone/>
                      </a:pPr>
                      <a:r>
                        <a:rPr sz="1900" b="1" lang="zh-CN" altLang="en-US">
                          <a:solidFill>
                            <a:srgbClr val="FFFFFF"/>
                          </a:solidFill>
                          <a:latin typeface="SimHei"/>
                          <a:ea typeface="SimHei"/>
                          <a:cs typeface="SimHei"/>
                        </a:rPr>
                        <a:t>气体 / 配比</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900" b="1" lang="zh-CN" altLang="en-US">
                          <a:solidFill>
                            <a:srgbClr val="FFFFFF"/>
                          </a:solidFill>
                          <a:latin typeface="SimHei"/>
                          <a:ea typeface="SimHei"/>
                          <a:cs typeface="SimHei"/>
                        </a:rPr>
                        <a:t>90%与80%背景场</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900" b="1" lang="zh-CN" altLang="en-US">
                          <a:solidFill>
                            <a:srgbClr val="FFFFFF"/>
                          </a:solidFill>
                          <a:latin typeface="SimHei"/>
                          <a:ea typeface="SimHei"/>
                          <a:cs typeface="SimHei"/>
                        </a:rPr>
                        <a:t>70%背景场</a:t>
                      </a:r>
                    </a:p>
                  </a:txBody>
                  <a:tcPr marL="109728" marR="109728" marT="54864" marB="54864">
                    <a:solidFill>
                      <a:srgbClr val="005BC4"/>
                    </a:solidFill>
                  </a:tcPr>
                </a:tc>
              </a:tr>
              <a:tr h="621792">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SF</a:t>
                      </a:r>
                      <a:r>
                        <a:rPr sz="1368" b="0" lang="zh-CN" altLang="en-US" baseline="-24000">
                          <a:solidFill>
                            <a:srgbClr val="000000"/>
                          </a:solidFill>
                          <a:latin typeface="SimHei"/>
                          <a:ea typeface="SimHei"/>
                          <a:cs typeface="SimHei"/>
                        </a:rPr>
                        <a:t>6</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跨越间隙</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熄灭</a:t>
                      </a:r>
                    </a:p>
                  </a:txBody>
                  <a:tcPr marL="109728" marR="109728" marT="54864" marB="54864">
                    <a:solidFill>
                      <a:srgbClr val="EDF4FF"/>
                    </a:solidFill>
                  </a:tcPr>
                </a:tc>
              </a:tr>
              <a:tr h="621792">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CO</a:t>
                      </a:r>
                      <a:r>
                        <a:rPr sz="1368" b="0" lang="zh-CN" altLang="en-US" baseline="-24000">
                          <a:solidFill>
                            <a:srgbClr val="000000"/>
                          </a:solidFill>
                          <a:latin typeface="SimHei"/>
                          <a:ea typeface="SimHei"/>
                          <a:cs typeface="SimHei"/>
                        </a:rPr>
                        <a:t>2</a:t>
                      </a:r>
                      <a:r>
                        <a:rPr sz="1900" b="0" lang="zh-CN" altLang="en-US">
                          <a:solidFill>
                            <a:srgbClr val="000000"/>
                          </a:solidFill>
                          <a:latin typeface="SimHei"/>
                          <a:ea typeface="SimHei"/>
                          <a:cs typeface="SimHei"/>
                        </a:rPr>
                        <a:t>/C</a:t>
                      </a:r>
                      <a:r>
                        <a:rPr sz="1368" b="0" lang="zh-CN" altLang="en-US" baseline="-24000">
                          <a:solidFill>
                            <a:srgbClr val="000000"/>
                          </a:solidFill>
                          <a:latin typeface="SimHei"/>
                          <a:ea typeface="SimHei"/>
                          <a:cs typeface="SimHei"/>
                        </a:rPr>
                        <a:t>4</a:t>
                      </a:r>
                      <a:r>
                        <a:rPr sz="1900" b="0" lang="zh-CN" altLang="en-US">
                          <a:solidFill>
                            <a:srgbClr val="000000"/>
                          </a:solidFill>
                          <a:latin typeface="SimHei"/>
                          <a:ea typeface="SimHei"/>
                          <a:cs typeface="SimHei"/>
                        </a:rPr>
                        <a:t>F</a:t>
                      </a:r>
                      <a:r>
                        <a:rPr sz="1368" b="0" lang="zh-CN" altLang="en-US" baseline="-24000">
                          <a:solidFill>
                            <a:srgbClr val="000000"/>
                          </a:solidFill>
                          <a:latin typeface="SimHei"/>
                          <a:ea typeface="SimHei"/>
                          <a:cs typeface="SimHei"/>
                        </a:rPr>
                        <a:t>7</a:t>
                      </a:r>
                      <a:r>
                        <a:rPr sz="1900" b="0" lang="zh-CN" altLang="en-US">
                          <a:solidFill>
                            <a:srgbClr val="000000"/>
                          </a:solidFill>
                          <a:latin typeface="SimHei"/>
                          <a:ea typeface="SimHei"/>
                          <a:cs typeface="SimHei"/>
                        </a:rPr>
                        <a:t>N = 90/10</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跨越间隙</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跨越间隙</a:t>
                      </a:r>
                    </a:p>
                  </a:txBody>
                  <a:tcPr marL="109728" marR="109728" marT="54864" marB="54864">
                    <a:solidFill>
                      <a:srgbClr val="FFFFFF"/>
                    </a:solidFill>
                  </a:tcPr>
                </a:tc>
              </a:tr>
              <a:tr h="685800">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CO</a:t>
                      </a:r>
                      <a:r>
                        <a:rPr sz="1368" b="0" lang="zh-CN" altLang="en-US" baseline="-24000">
                          <a:solidFill>
                            <a:srgbClr val="000000"/>
                          </a:solidFill>
                          <a:latin typeface="SimHei"/>
                          <a:ea typeface="SimHei"/>
                          <a:cs typeface="SimHei"/>
                        </a:rPr>
                        <a:t>2</a:t>
                      </a:r>
                      <a:r>
                        <a:rPr sz="1900" b="0" lang="zh-CN" altLang="en-US">
                          <a:solidFill>
                            <a:srgbClr val="000000"/>
                          </a:solidFill>
                          <a:latin typeface="SimHei"/>
                          <a:ea typeface="SimHei"/>
                          <a:cs typeface="SimHei"/>
                        </a:rPr>
                        <a:t>/C</a:t>
                      </a:r>
                      <a:r>
                        <a:rPr sz="1368" b="0" lang="zh-CN" altLang="en-US" baseline="-24000">
                          <a:solidFill>
                            <a:srgbClr val="000000"/>
                          </a:solidFill>
                          <a:latin typeface="SimHei"/>
                          <a:ea typeface="SimHei"/>
                          <a:cs typeface="SimHei"/>
                        </a:rPr>
                        <a:t>4</a:t>
                      </a:r>
                      <a:r>
                        <a:rPr sz="1900" b="0" lang="zh-CN" altLang="en-US">
                          <a:solidFill>
                            <a:srgbClr val="000000"/>
                          </a:solidFill>
                          <a:latin typeface="SimHei"/>
                          <a:ea typeface="SimHei"/>
                          <a:cs typeface="SimHei"/>
                        </a:rPr>
                        <a:t>F</a:t>
                      </a:r>
                      <a:r>
                        <a:rPr sz="1368" b="0" lang="zh-CN" altLang="en-US" baseline="-24000">
                          <a:solidFill>
                            <a:srgbClr val="000000"/>
                          </a:solidFill>
                          <a:latin typeface="SimHei"/>
                          <a:ea typeface="SimHei"/>
                          <a:cs typeface="SimHei"/>
                        </a:rPr>
                        <a:t>7</a:t>
                      </a:r>
                      <a:r>
                        <a:rPr sz="1900" b="0" lang="zh-CN" altLang="en-US">
                          <a:solidFill>
                            <a:srgbClr val="000000"/>
                          </a:solidFill>
                          <a:latin typeface="SimHei"/>
                          <a:ea typeface="SimHei"/>
                          <a:cs typeface="SimHei"/>
                        </a:rPr>
                        <a:t>N = 85/15</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跨越间隙</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熄灭，与SF</a:t>
                      </a:r>
                      <a:r>
                        <a:rPr sz="1368" b="0" lang="zh-CN" altLang="en-US" baseline="-24000">
                          <a:solidFill>
                            <a:srgbClr val="000000"/>
                          </a:solidFill>
                          <a:latin typeface="SimHei"/>
                          <a:ea typeface="SimHei"/>
                          <a:cs typeface="SimHei"/>
                        </a:rPr>
                        <a:t>6</a:t>
                      </a:r>
                      <a:r>
                        <a:rPr sz="1900" b="0" lang="zh-CN" altLang="en-US">
                          <a:solidFill>
                            <a:srgbClr val="000000"/>
                          </a:solidFill>
                          <a:latin typeface="SimHei"/>
                          <a:ea typeface="SimHei"/>
                          <a:cs typeface="SimHei"/>
                        </a:rPr>
                        <a:t>表现接近</a:t>
                      </a:r>
                    </a:p>
                  </a:txBody>
                  <a:tcPr marL="109728" marR="109728" marT="54864" marB="54864">
                    <a:solidFill>
                      <a:srgbClr val="EDF4FF"/>
                    </a:solidFill>
                  </a:tcPr>
                </a:tc>
              </a:tr>
              <a:tr h="685800">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CO</a:t>
                      </a:r>
                      <a:r>
                        <a:rPr sz="1368" b="0" lang="zh-CN" altLang="en-US" baseline="-24000">
                          <a:solidFill>
                            <a:srgbClr val="000000"/>
                          </a:solidFill>
                          <a:latin typeface="SimHei"/>
                          <a:ea typeface="SimHei"/>
                          <a:cs typeface="SimHei"/>
                        </a:rPr>
                        <a:t>2</a:t>
                      </a:r>
                      <a:r>
                        <a:rPr sz="1900" b="0" lang="zh-CN" altLang="en-US">
                          <a:solidFill>
                            <a:srgbClr val="000000"/>
                          </a:solidFill>
                          <a:latin typeface="SimHei"/>
                          <a:ea typeface="SimHei"/>
                          <a:cs typeface="SimHei"/>
                        </a:rPr>
                        <a:t>/C</a:t>
                      </a:r>
                      <a:r>
                        <a:rPr sz="1368" b="0" lang="zh-CN" altLang="en-US" baseline="-24000">
                          <a:solidFill>
                            <a:srgbClr val="000000"/>
                          </a:solidFill>
                          <a:latin typeface="SimHei"/>
                          <a:ea typeface="SimHei"/>
                          <a:cs typeface="SimHei"/>
                        </a:rPr>
                        <a:t>4</a:t>
                      </a:r>
                      <a:r>
                        <a:rPr sz="1900" b="0" lang="zh-CN" altLang="en-US">
                          <a:solidFill>
                            <a:srgbClr val="000000"/>
                          </a:solidFill>
                          <a:latin typeface="SimHei"/>
                          <a:ea typeface="SimHei"/>
                          <a:cs typeface="SimHei"/>
                        </a:rPr>
                        <a:t>F</a:t>
                      </a:r>
                      <a:r>
                        <a:rPr sz="1368" b="0" lang="zh-CN" altLang="en-US" baseline="-24000">
                          <a:solidFill>
                            <a:srgbClr val="000000"/>
                          </a:solidFill>
                          <a:latin typeface="SimHei"/>
                          <a:ea typeface="SimHei"/>
                          <a:cs typeface="SimHei"/>
                        </a:rPr>
                        <a:t>7</a:t>
                      </a:r>
                      <a:r>
                        <a:rPr sz="1900" b="0" lang="zh-CN" altLang="en-US">
                          <a:solidFill>
                            <a:srgbClr val="000000"/>
                          </a:solidFill>
                          <a:latin typeface="SimHei"/>
                          <a:ea typeface="SimHei"/>
                          <a:cs typeface="SimHei"/>
                        </a:rPr>
                        <a:t>N = 80/20</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熄灭</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更早熄灭、传播更短</a:t>
                      </a:r>
                    </a:p>
                  </a:txBody>
                  <a:tcPr marL="109728" marR="109728" marT="54864" marB="54864">
                    <a:solidFill>
                      <a:srgbClr val="FFFFFF"/>
                    </a:solidFill>
                  </a:tcPr>
                </a:tc>
              </a:tr>
            </a:tbl>
          </a:graphicData>
        </a:graphic>
      </p:graphicFrame>
      <p:sp>
        <p:nvSpPr>
          <p:cNvPr id="13" name="Rounded Rectangle 12"/>
          <p:cNvSpPr/>
          <p:nvPr/>
        </p:nvSpPr>
        <p:spPr>
          <a:xfrm>
            <a:off x="502920" y="5248656"/>
            <a:ext cx="11201400" cy="612648"/>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340096"/>
            <a:ext cx="10835640" cy="475488"/>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005BC4"/>
                </a:solidFill>
                <a:latin typeface="SimHei"/>
                <a:ea typeface="SimHei"/>
                <a:cs typeface="SimHei"/>
              </a:rPr>
              <a:t>作者判断：15%配比具有接近SF</a:t>
            </a:r>
            <a:r>
              <a:rPr sz="1368" b="1" lang="zh-CN" altLang="en-US" baseline="-24000">
                <a:solidFill>
                  <a:srgbClr val="005BC4"/>
                </a:solidFill>
                <a:latin typeface="SimHei"/>
                <a:ea typeface="SimHei"/>
                <a:cs typeface="SimHei"/>
              </a:rPr>
              <a:t>6</a:t>
            </a:r>
            <a:r>
              <a:rPr sz="1900" b="1" lang="zh-CN" altLang="en-US">
                <a:solidFill>
                  <a:srgbClr val="005BC4"/>
                </a:solidFill>
                <a:latin typeface="SimHei"/>
                <a:ea typeface="SimHei"/>
                <a:cs typeface="SimHei"/>
              </a:rPr>
              <a:t>的表现，20%配比显示更强传播抑制潜力。</a:t>
            </a:r>
          </a:p>
        </p:txBody>
      </p:sp>
      <p:sp>
        <p:nvSpPr>
          <p:cNvPr id="15" name="TextBox 14"/>
          <p:cNvSpPr txBox="1"/>
          <p:nvPr/>
        </p:nvSpPr>
        <p:spPr>
          <a:xfrm>
            <a:off x="722376" y="6080760"/>
            <a:ext cx="10780776" cy="22860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300" b="0" lang="zh-CN" altLang="en-US">
                <a:solidFill>
                  <a:srgbClr val="C00000"/>
                </a:solidFill>
                <a:latin typeface="SimHei"/>
                <a:ea typeface="SimHei"/>
                <a:cs typeface="SimHei"/>
              </a:rPr>
              <a:t>结论边界：特定针板负流注仿真；不直接等同于任意设备的最终击穿等级。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文章二：创新点与贡献</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27</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从原有轴对称模型扩展到曲线电极，并完成针板混合气比较</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[2] Simonovic et al. (2025)｜doi:10.1088/1361-6595/ae2209</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27 / 30</a:t>
            </a:r>
          </a:p>
        </p:txBody>
      </p:sp>
      <p:graphicFrame>
        <p:nvGraphicFramePr>
          <p:cNvPr id="12" name="Table 11"/>
          <p:cNvGraphicFramePr>
            <a:graphicFrameLocks noGrp="1"/>
          </p:cNvGraphicFramePr>
          <p:nvPr/>
        </p:nvGraphicFramePr>
        <p:xfrm>
          <a:off x="594360" y="1618488"/>
          <a:ext cx="10991088" cy="3831336"/>
        </p:xfrm>
        <a:graphic>
          <a:graphicData uri="http://schemas.openxmlformats.org/drawingml/2006/table">
            <a:tbl>
              <a:tblPr firstRow="1" bandRow="1">
                <a:tableStyleId>{5C22544A-7EE6-4342-B048-85BDC9FD1C3A}</a:tableStyleId>
              </a:tblPr>
              <a:tblGrid>
                <a:gridCol w="2916936"/>
                <a:gridCol w="4005072"/>
                <a:gridCol w="4069080"/>
              </a:tblGrid>
              <a:tr h="457200">
                <a:tc>
                  <a:txBody>
                    <a:bodyPr wrap="square" lIns="64008" rIns="64008" tIns="64008" bIns="64008" anchor="ctr"/>
                    <a:lstStyle/>
                    <a:p>
                      <a:pPr algn="l">
                        <a:lnSpc>
                          <a:spcPct val="112000"/>
                        </a:lnSpc>
                        <a:spcBef>
                          <a:spcPts val="0"/>
                        </a:spcBef>
                        <a:spcAft>
                          <a:spcPts val="0"/>
                        </a:spcAft>
                        <a:buNone/>
                      </a:pPr>
                      <a:r>
                        <a:rPr sz="1820" b="1" lang="zh-CN" altLang="en-US">
                          <a:solidFill>
                            <a:srgbClr val="FFFFFF"/>
                          </a:solidFill>
                          <a:latin typeface="SimHei"/>
                          <a:ea typeface="SimHei"/>
                          <a:cs typeface="SimHei"/>
                        </a:rPr>
                        <a:t>已有问题</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820" b="1" lang="zh-CN" altLang="en-US">
                          <a:solidFill>
                            <a:srgbClr val="FFFFFF"/>
                          </a:solidFill>
                          <a:latin typeface="SimHei"/>
                          <a:ea typeface="SimHei"/>
                          <a:cs typeface="SimHei"/>
                        </a:rPr>
                        <a:t>本文的具体推进</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820" b="1" lang="zh-CN" altLang="en-US">
                          <a:solidFill>
                            <a:srgbClr val="FFFFFF"/>
                          </a:solidFill>
                          <a:latin typeface="SimHei"/>
                          <a:ea typeface="SimHei"/>
                          <a:cs typeface="SimHei"/>
                        </a:rPr>
                        <a:t>对应证据与价值</a:t>
                      </a:r>
                    </a:p>
                  </a:txBody>
                  <a:tcPr marL="109728" marR="109728" marT="54864" marB="54864">
                    <a:solidFill>
                      <a:srgbClr val="005BC4"/>
                    </a:solidFill>
                  </a:tcPr>
                </a:tc>
              </a:tr>
              <a:tr h="1124712">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曲线电极难以直接放入原有矩形网格模型</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以嵌入边界扩展到针板等曲线几何</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§3.1：使原有模型能够处理曲线电极</a:t>
                      </a:r>
                    </a:p>
                  </a:txBody>
                  <a:tcPr marL="109728" marR="109728" marT="54864" marB="54864">
                    <a:solidFill>
                      <a:srgbClr val="EDF4FF"/>
                    </a:solidFill>
                  </a:tcPr>
                </a:tc>
              </a:tr>
              <a:tr h="1124712">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轴对称切割网格和近电极密度累积</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说明度量项实现及两类正则化处理</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§3.1-3.2：轴对称边界实现与稳定化</a:t>
                      </a:r>
                    </a:p>
                  </a:txBody>
                  <a:tcPr marL="109728" marR="109728" marT="54864" marB="54864">
                    <a:solidFill>
                      <a:srgbClr val="FFFFFF"/>
                    </a:solidFill>
                  </a:tcPr>
                </a:tc>
              </a:tr>
              <a:tr h="1124712">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候选混合气需在非均匀场下比较</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统一工况研究配比、传播与重复头部</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820" b="0" lang="zh-CN" altLang="en-US">
                          <a:solidFill>
                            <a:srgbClr val="000000"/>
                          </a:solidFill>
                          <a:latin typeface="SimHei"/>
                          <a:ea typeface="SimHei"/>
                          <a:cs typeface="SimHei"/>
                        </a:rPr>
                        <a:t>§4.4：联系配比、传播、熄灭与头部演化</a:t>
                      </a:r>
                    </a:p>
                  </a:txBody>
                  <a:tcPr marL="109728" marR="109728" marT="54864" marB="54864">
                    <a:solidFill>
                      <a:srgbClr val="EDF4FF"/>
                    </a:solidFill>
                  </a:tcPr>
                </a:tc>
              </a:tr>
            </a:tbl>
          </a:graphicData>
        </a:graphic>
      </p:graphicFrame>
      <p:sp>
        <p:nvSpPr>
          <p:cNvPr id="13" name="Rounded Rectangle 12"/>
          <p:cNvSpPr/>
          <p:nvPr/>
        </p:nvSpPr>
        <p:spPr>
          <a:xfrm>
            <a:off x="502920" y="5815584"/>
            <a:ext cx="11201400" cy="48463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907024"/>
            <a:ext cx="10835640" cy="34747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50" b="1" lang="zh-CN" altLang="en-US">
                <a:solidFill>
                  <a:srgbClr val="C00000"/>
                </a:solidFill>
                <a:latin typeface="SimHei"/>
                <a:ea typeface="SimHei"/>
                <a:cs typeface="SimHei"/>
              </a:rPr>
              <a:t>创新的落点：可处理曲线电极的实现，以及特定针板工况下的混合气比较。</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综合思考：两篇文章怎样服务本研究方向？</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28</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一篇强调输入数据的可信性，一篇展示模型应用；还缺少新旧截面替换闭环</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28 / 30</a:t>
            </a:r>
          </a:p>
        </p:txBody>
      </p:sp>
      <p:graphicFrame>
        <p:nvGraphicFramePr>
          <p:cNvPr id="12" name="Table 11"/>
          <p:cNvGraphicFramePr>
            <a:graphicFrameLocks noGrp="1"/>
          </p:cNvGraphicFramePr>
          <p:nvPr/>
        </p:nvGraphicFramePr>
        <p:xfrm>
          <a:off x="594360" y="1572768"/>
          <a:ext cx="10991088" cy="3529584"/>
        </p:xfrm>
        <a:graphic>
          <a:graphicData uri="http://schemas.openxmlformats.org/drawingml/2006/table">
            <a:tbl>
              <a:tblPr firstRow="1" bandRow="1">
                <a:tableStyleId>{5C22544A-7EE6-4342-B048-85BDC9FD1C3A}</a:tableStyleId>
              </a:tblPr>
              <a:tblGrid>
                <a:gridCol w="1627632"/>
                <a:gridCol w="4599432"/>
                <a:gridCol w="4764024"/>
              </a:tblGrid>
              <a:tr h="457200">
                <a:tc>
                  <a:txBody>
                    <a:bodyPr wrap="square" lIns="64008" rIns="64008" tIns="64008" bIns="64008" anchor="ctr"/>
                    <a:lstStyle/>
                    <a:p>
                      <a:pPr algn="l">
                        <a:lnSpc>
                          <a:spcPct val="112000"/>
                        </a:lnSpc>
                        <a:spcBef>
                          <a:spcPts val="0"/>
                        </a:spcBef>
                        <a:spcAft>
                          <a:spcPts val="0"/>
                        </a:spcAft>
                        <a:buNone/>
                      </a:pPr>
                      <a:r>
                        <a:rPr sz="1900" b="1" lang="zh-CN" altLang="en-US">
                          <a:solidFill>
                            <a:srgbClr val="FFFFFF"/>
                          </a:solidFill>
                          <a:latin typeface="SimHei"/>
                          <a:ea typeface="SimHei"/>
                          <a:cs typeface="SimHei"/>
                        </a:rPr>
                        <a:t>维度</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900" b="1" lang="zh-CN" altLang="en-US">
                          <a:solidFill>
                            <a:srgbClr val="FFFFFF"/>
                          </a:solidFill>
                          <a:latin typeface="SimHei"/>
                          <a:ea typeface="SimHei"/>
                          <a:cs typeface="SimHei"/>
                        </a:rPr>
                        <a:t>文献一：2026</a:t>
                      </a:r>
                    </a:p>
                  </a:txBody>
                  <a:tcPr marL="109728" marR="109728" marT="54864" marB="54864">
                    <a:solidFill>
                      <a:srgbClr val="005BC4"/>
                    </a:solidFill>
                  </a:tcPr>
                </a:tc>
                <a:tc>
                  <a:txBody>
                    <a:bodyPr wrap="square" lIns="64008" rIns="64008" tIns="64008" bIns="64008" anchor="ctr"/>
                    <a:lstStyle/>
                    <a:p>
                      <a:pPr algn="l">
                        <a:lnSpc>
                          <a:spcPct val="112000"/>
                        </a:lnSpc>
                        <a:spcBef>
                          <a:spcPts val="0"/>
                        </a:spcBef>
                        <a:spcAft>
                          <a:spcPts val="0"/>
                        </a:spcAft>
                        <a:buNone/>
                      </a:pPr>
                      <a:r>
                        <a:rPr sz="1900" b="1" lang="zh-CN" altLang="en-US">
                          <a:solidFill>
                            <a:srgbClr val="FFFFFF"/>
                          </a:solidFill>
                          <a:latin typeface="SimHei"/>
                          <a:ea typeface="SimHei"/>
                          <a:cs typeface="SimHei"/>
                        </a:rPr>
                        <a:t>文献二：2025</a:t>
                      </a:r>
                    </a:p>
                  </a:txBody>
                  <a:tcPr marL="109728" marR="109728" marT="54864" marB="54864">
                    <a:solidFill>
                      <a:srgbClr val="005BC4"/>
                    </a:solidFill>
                  </a:tcPr>
                </a:tc>
              </a:tr>
              <a:tr h="713232">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研究对象</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C</a:t>
                      </a:r>
                      <a:r>
                        <a:rPr sz="1368" b="0" lang="zh-CN" altLang="en-US" baseline="-24000">
                          <a:solidFill>
                            <a:srgbClr val="000000"/>
                          </a:solidFill>
                          <a:latin typeface="SimHei"/>
                          <a:ea typeface="SimHei"/>
                          <a:cs typeface="SimHei"/>
                        </a:rPr>
                        <a:t>4</a:t>
                      </a:r>
                      <a:r>
                        <a:rPr sz="1900" b="0" lang="zh-CN" altLang="en-US">
                          <a:solidFill>
                            <a:srgbClr val="000000"/>
                          </a:solidFill>
                          <a:latin typeface="SimHei"/>
                          <a:ea typeface="SimHei"/>
                          <a:cs typeface="SimHei"/>
                        </a:rPr>
                        <a:t>F</a:t>
                      </a:r>
                      <a:r>
                        <a:rPr sz="1368" b="0" lang="zh-CN" altLang="en-US" baseline="-24000">
                          <a:solidFill>
                            <a:srgbClr val="000000"/>
                          </a:solidFill>
                          <a:latin typeface="SimHei"/>
                          <a:ea typeface="SimHei"/>
                          <a:cs typeface="SimHei"/>
                        </a:rPr>
                        <a:t>7</a:t>
                      </a:r>
                      <a:r>
                        <a:rPr sz="1900" b="0" lang="zh-CN" altLang="en-US">
                          <a:solidFill>
                            <a:srgbClr val="000000"/>
                          </a:solidFill>
                          <a:latin typeface="SimHei"/>
                          <a:ea typeface="SimHei"/>
                          <a:cs typeface="SimHei"/>
                        </a:rPr>
                        <a:t>N 碰撞截面 / 群参数</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SF</a:t>
                      </a:r>
                      <a:r>
                        <a:rPr sz="1368" b="0" lang="zh-CN" altLang="en-US" baseline="-24000">
                          <a:solidFill>
                            <a:srgbClr val="000000"/>
                          </a:solidFill>
                          <a:latin typeface="SimHei"/>
                          <a:ea typeface="SimHei"/>
                          <a:cs typeface="SimHei"/>
                        </a:rPr>
                        <a:t>6</a:t>
                      </a:r>
                      <a:r>
                        <a:rPr sz="1900" b="0" lang="zh-CN" altLang="en-US">
                          <a:solidFill>
                            <a:srgbClr val="000000"/>
                          </a:solidFill>
                          <a:latin typeface="SimHei"/>
                          <a:ea typeface="SimHei"/>
                          <a:cs typeface="SimHei"/>
                        </a:rPr>
                        <a:t>及混合气针板负流注</a:t>
                      </a:r>
                    </a:p>
                  </a:txBody>
                  <a:tcPr marL="109728" marR="109728" marT="54864" marB="54864">
                    <a:solidFill>
                      <a:srgbClr val="EDF4FF"/>
                    </a:solidFill>
                  </a:tcPr>
                </a:tc>
              </a:tr>
              <a:tr h="786384">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主要证据</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谱学、散射、理论和 PT 数据</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流体模型、代码间基准与参数比较</a:t>
                      </a:r>
                    </a:p>
                  </a:txBody>
                  <a:tcPr marL="109728" marR="109728" marT="54864" marB="54864">
                    <a:solidFill>
                      <a:srgbClr val="FFFFFF"/>
                    </a:solidFill>
                  </a:tcPr>
                </a:tc>
              </a:tr>
              <a:tr h="822960">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重点局限</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低能数据稀少；通道补偿</a:t>
                      </a:r>
                    </a:p>
                  </a:txBody>
                  <a:tcPr marL="109728" marR="109728" marT="54864" marB="54864">
                    <a:solidFill>
                      <a:srgbClr val="EDF4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模型开关、数值正则化与工况范围</a:t>
                      </a:r>
                    </a:p>
                  </a:txBody>
                  <a:tcPr marL="109728" marR="109728" marT="54864" marB="54864">
                    <a:solidFill>
                      <a:srgbClr val="EDF4FF"/>
                    </a:solidFill>
                  </a:tcPr>
                </a:tc>
              </a:tr>
              <a:tr h="749808">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数据关系</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构建新的截面集</a:t>
                      </a:r>
                    </a:p>
                  </a:txBody>
                  <a:tcPr marL="109728" marR="109728" marT="54864" marB="54864">
                    <a:solidFill>
                      <a:srgbClr val="FFFFFF"/>
                    </a:solidFill>
                  </a:tcPr>
                </a:tc>
                <a:tc>
                  <a:txBody>
                    <a:bodyPr wrap="square" lIns="64008" rIns="64008" tIns="64008" bIns="64008" anchor="ctr"/>
                    <a:lstStyle/>
                    <a:p>
                      <a:pPr algn="l">
                        <a:lnSpc>
                          <a:spcPct val="112000"/>
                        </a:lnSpc>
                        <a:spcBef>
                          <a:spcPts val="0"/>
                        </a:spcBef>
                        <a:spcAft>
                          <a:spcPts val="0"/>
                        </a:spcAft>
                        <a:buNone/>
                      </a:pPr>
                      <a:r>
                        <a:rPr sz="1900" b="0" lang="zh-CN" altLang="en-US">
                          <a:solidFill>
                            <a:srgbClr val="000000"/>
                          </a:solidFill>
                          <a:latin typeface="SimHei"/>
                          <a:ea typeface="SimHei"/>
                          <a:cs typeface="SimHei"/>
                        </a:rPr>
                        <a:t>使用较早的 Zhang 2023 截面</a:t>
                      </a:r>
                    </a:p>
                  </a:txBody>
                  <a:tcPr marL="109728" marR="109728" marT="54864" marB="54864">
                    <a:solidFill>
                      <a:srgbClr val="FFFFFF"/>
                    </a:solidFill>
                  </a:tcPr>
                </a:tc>
              </a:tr>
            </a:tbl>
          </a:graphicData>
        </a:graphic>
      </p:graphicFrame>
      <p:sp>
        <p:nvSpPr>
          <p:cNvPr id="13" name="Rounded Rectangle 12"/>
          <p:cNvSpPr/>
          <p:nvPr/>
        </p:nvSpPr>
        <p:spPr>
          <a:xfrm>
            <a:off x="502920" y="5833872"/>
            <a:ext cx="11201400" cy="43891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925312"/>
            <a:ext cx="10835640" cy="301751"/>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1" lang="zh-CN" altLang="en-US">
                <a:solidFill>
                  <a:srgbClr val="C00000"/>
                </a:solidFill>
                <a:latin typeface="SimHei"/>
                <a:ea typeface="SimHei"/>
                <a:cs typeface="SimHei"/>
              </a:rPr>
              <a:t>可检验的新问题：只替换截面集，是否足以改变流注传播和配比排序？</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后续思考：从微观获取到放电验证的研究路径</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29</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先统一参数定义，再检验截面不确定性是否改变传播与配比判断</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29 / 30</a:t>
            </a:r>
          </a:p>
        </p:txBody>
      </p:sp>
      <p:sp>
        <p:nvSpPr>
          <p:cNvPr id="12" name="Rounded Rectangle 11"/>
          <p:cNvSpPr/>
          <p:nvPr/>
        </p:nvSpPr>
        <p:spPr>
          <a:xfrm>
            <a:off x="612648" y="1581912"/>
            <a:ext cx="5477256" cy="169164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2648" y="1581912"/>
            <a:ext cx="50292" cy="169164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700784"/>
            <a:ext cx="514807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01  截面审计</a:t>
            </a:r>
          </a:p>
        </p:txBody>
      </p:sp>
      <p:sp>
        <p:nvSpPr>
          <p:cNvPr id="15" name="TextBox 14"/>
          <p:cNvSpPr txBox="1"/>
          <p:nvPr/>
        </p:nvSpPr>
        <p:spPr>
          <a:xfrm>
            <a:off x="777240" y="2221991"/>
            <a:ext cx="5148072" cy="9692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核对通道、阈值、单位、能量网格及超弹性过程。</a:t>
            </a:r>
          </a:p>
        </p:txBody>
      </p:sp>
      <p:sp>
        <p:nvSpPr>
          <p:cNvPr id="16" name="Rounded Rectangle 15"/>
          <p:cNvSpPr/>
          <p:nvPr/>
        </p:nvSpPr>
        <p:spPr>
          <a:xfrm>
            <a:off x="6364224" y="1581912"/>
            <a:ext cx="5477256" cy="169164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364224" y="1581912"/>
            <a:ext cx="50292" cy="169164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28816" y="1700784"/>
            <a:ext cx="514807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02  群参数对比</a:t>
            </a:r>
          </a:p>
        </p:txBody>
      </p:sp>
      <p:sp>
        <p:nvSpPr>
          <p:cNvPr id="19" name="TextBox 18"/>
          <p:cNvSpPr txBox="1"/>
          <p:nvPr/>
        </p:nvSpPr>
        <p:spPr>
          <a:xfrm>
            <a:off x="6528816" y="2221991"/>
            <a:ext cx="5148072" cy="9692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固定求解条件；比较 W、D、净反应和临界约化场。</a:t>
            </a:r>
          </a:p>
        </p:txBody>
      </p:sp>
      <p:sp>
        <p:nvSpPr>
          <p:cNvPr id="20" name="Rounded Rectangle 19"/>
          <p:cNvSpPr/>
          <p:nvPr/>
        </p:nvSpPr>
        <p:spPr>
          <a:xfrm>
            <a:off x="612648" y="3529584"/>
            <a:ext cx="5477256" cy="169164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2648" y="3529584"/>
            <a:ext cx="50292" cy="169164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3648456"/>
            <a:ext cx="514807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03  流注替换</a:t>
            </a:r>
          </a:p>
        </p:txBody>
      </p:sp>
      <p:sp>
        <p:nvSpPr>
          <p:cNvPr id="23" name="TextBox 22"/>
          <p:cNvSpPr txBox="1"/>
          <p:nvPr/>
        </p:nvSpPr>
        <p:spPr>
          <a:xfrm>
            <a:off x="777240" y="4169663"/>
            <a:ext cx="5148072" cy="9692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固定几何、初始电离和数值设置；比较传播与熄灭。</a:t>
            </a:r>
          </a:p>
        </p:txBody>
      </p:sp>
      <p:sp>
        <p:nvSpPr>
          <p:cNvPr id="24" name="Rounded Rectangle 23"/>
          <p:cNvSpPr/>
          <p:nvPr/>
        </p:nvSpPr>
        <p:spPr>
          <a:xfrm>
            <a:off x="6364224" y="3529584"/>
            <a:ext cx="5477256" cy="1691640"/>
          </a:xfrm>
          <a:prstGeom prst="roundRect">
            <a:avLst>
              <a:gd name="adj" fmla="val 12000"/>
            </a:avLst>
          </a:prstGeom>
          <a:solidFill>
            <a:srgbClr val="FFFFFF"/>
          </a:solidFill>
          <a:ln w="10160">
            <a:solidFill>
              <a:srgbClr val="CBDA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364224" y="3529584"/>
            <a:ext cx="50292" cy="1691640"/>
          </a:xfrm>
          <a:prstGeom prst="rect">
            <a:avLst/>
          </a:prstGeom>
          <a:solidFill>
            <a:srgbClr val="005B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28816" y="3648456"/>
            <a:ext cx="5148072"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200" b="1" lang="zh-CN" altLang="en-US">
                <a:solidFill>
                  <a:srgbClr val="005BC4"/>
                </a:solidFill>
                <a:latin typeface="SimHei"/>
                <a:ea typeface="SimHei"/>
                <a:cs typeface="SimHei"/>
              </a:rPr>
              <a:t>04  敏感性检查</a:t>
            </a:r>
          </a:p>
        </p:txBody>
      </p:sp>
      <p:sp>
        <p:nvSpPr>
          <p:cNvPr id="27" name="TextBox 26"/>
          <p:cNvSpPr txBox="1"/>
          <p:nvPr/>
        </p:nvSpPr>
        <p:spPr>
          <a:xfrm>
            <a:off x="6528816" y="4169663"/>
            <a:ext cx="5148072" cy="96926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100" b="0" lang="zh-CN" altLang="en-US">
                <a:solidFill>
                  <a:srgbClr val="000000"/>
                </a:solidFill>
                <a:latin typeface="SimHei"/>
                <a:ea typeface="SimHei"/>
                <a:cs typeface="SimHei"/>
              </a:rPr>
              <a:t>逐类扰动通道，判断不确定性是否改变配比排序。</a:t>
            </a:r>
          </a:p>
        </p:txBody>
      </p:sp>
      <p:sp>
        <p:nvSpPr>
          <p:cNvPr id="28" name="Rounded Rectangle 27"/>
          <p:cNvSpPr/>
          <p:nvPr/>
        </p:nvSpPr>
        <p:spPr>
          <a:xfrm>
            <a:off x="502920" y="5843016"/>
            <a:ext cx="11201400" cy="438912"/>
          </a:xfrm>
          <a:prstGeom prst="roundRect">
            <a:avLst>
              <a:gd name="adj" fmla="val 12000"/>
            </a:avLst>
          </a:prstGeom>
          <a:solidFill>
            <a:srgbClr val="EDF4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934455"/>
            <a:ext cx="10835640" cy="301751"/>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900" b="1" lang="zh-CN" altLang="en-US">
                <a:solidFill>
                  <a:srgbClr val="C00000"/>
                </a:solidFill>
                <a:latin typeface="SimHei"/>
                <a:ea typeface="SimHei"/>
                <a:cs typeface="SimHei"/>
              </a:rPr>
              <a:t>先校准体/通量参数定义与扩散方向，再讨论模型预测差异。</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694944" y="630936"/>
            <a:ext cx="10991088" cy="0"/>
          </a:xfrm>
          <a:prstGeom prst="line">
            <a:avLst/>
          </a:prstGeom>
          <a:ln w="8890">
            <a:solidFill>
              <a:srgbClr val="D7D7D7"/>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04088" y="118872"/>
            <a:ext cx="10104120" cy="44805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700" b="1" lang="zh-CN" altLang="en-US">
                <a:solidFill>
                  <a:srgbClr val="000000"/>
                </a:solidFill>
                <a:latin typeface="SimHei"/>
                <a:ea typeface="SimHei"/>
                <a:cs typeface="SimHei"/>
              </a:rPr>
              <a:t>参考文献与图表来源</a:t>
            </a:r>
          </a:p>
        </p:txBody>
      </p:sp>
      <p:sp>
        <p:nvSpPr>
          <p:cNvPr id="5" name="Chevron 4"/>
          <p:cNvSpPr/>
          <p:nvPr/>
        </p:nvSpPr>
        <p:spPr>
          <a:xfrm>
            <a:off x="219456" y="210312"/>
            <a:ext cx="201168" cy="237744"/>
          </a:xfrm>
          <a:prstGeom prst="chevron">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hevron 5"/>
          <p:cNvSpPr/>
          <p:nvPr/>
        </p:nvSpPr>
        <p:spPr>
          <a:xfrm>
            <a:off x="393192" y="210312"/>
            <a:ext cx="201168" cy="237744"/>
          </a:xfrm>
          <a:prstGeom prst="chevron">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45952" y="146304"/>
            <a:ext cx="685800" cy="32004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400" b="1" lang="zh-CN" altLang="en-US">
                <a:solidFill>
                  <a:srgbClr val="526177"/>
                </a:solidFill>
                <a:latin typeface="SimHei"/>
                <a:ea typeface="SimHei"/>
                <a:cs typeface="SimHei"/>
              </a:rPr>
              <a:t>30</a:t>
            </a:r>
          </a:p>
        </p:txBody>
      </p:sp>
      <p:sp>
        <p:nvSpPr>
          <p:cNvPr id="8" name="TextBox 7"/>
          <p:cNvSpPr txBox="1"/>
          <p:nvPr/>
        </p:nvSpPr>
        <p:spPr>
          <a:xfrm>
            <a:off x="484632" y="841248"/>
            <a:ext cx="11201400" cy="393192"/>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000" b="1" lang="zh-CN" altLang="en-US">
                <a:solidFill>
                  <a:srgbClr val="C00000"/>
                </a:solidFill>
                <a:latin typeface="SimHei"/>
                <a:ea typeface="SimHei"/>
                <a:cs typeface="SimHei"/>
              </a:rPr>
              <a:t>感谢各位老师、同学；请批评指正</a:t>
            </a:r>
          </a:p>
        </p:txBody>
      </p:sp>
      <p:cxnSp>
        <p:nvCxnSpPr>
          <p:cNvPr id="9" name="Connector 8"/>
          <p:cNvCxnSpPr/>
          <p:nvPr/>
        </p:nvCxnSpPr>
        <p:spPr>
          <a:xfrm>
            <a:off x="484632" y="6428232"/>
            <a:ext cx="11219688" cy="0"/>
          </a:xfrm>
          <a:prstGeom prst="line">
            <a:avLst/>
          </a:prstGeom>
          <a:ln w="12700">
            <a:solidFill>
              <a:srgbClr val="CBDA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02920" y="6537960"/>
            <a:ext cx="10652760" cy="19202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950" b="0" lang="zh-CN" altLang="en-US">
                <a:solidFill>
                  <a:srgbClr val="526177"/>
                </a:solidFill>
                <a:latin typeface="SimHei"/>
                <a:ea typeface="SimHei"/>
                <a:cs typeface="SimHei"/>
              </a:rPr>
              <a:t>[1] J. Phys. D 59 (2026) 125201；[2] Plasma Sources Sci. Technol. 34 (2025) 125004</a:t>
            </a:r>
          </a:p>
        </p:txBody>
      </p:sp>
      <p:sp>
        <p:nvSpPr>
          <p:cNvPr id="11" name="TextBox 10"/>
          <p:cNvSpPr txBox="1"/>
          <p:nvPr/>
        </p:nvSpPr>
        <p:spPr>
          <a:xfrm>
            <a:off x="11018520" y="6519672"/>
            <a:ext cx="704088" cy="228600"/>
          </a:xfrm>
          <a:prstGeom prst="rect">
            <a:avLst/>
          </a:prstGeom>
          <a:noFill/>
        </p:spPr>
        <p:txBody>
          <a:bodyPr wrap="square" lIns="13716" rIns="13716" tIns="13716" bIns="13716" anchor="t">
            <a:spAutoFit/>
          </a:bodyPr>
          <a:lstStyle/>
          <a:p>
            <a:pPr algn="r">
              <a:lnSpc>
                <a:spcPct val="112000"/>
              </a:lnSpc>
              <a:spcBef>
                <a:spcPts val="0"/>
              </a:spcBef>
              <a:spcAft>
                <a:spcPts val="0"/>
              </a:spcAft>
              <a:buNone/>
            </a:pPr>
            <a:r>
              <a:rPr sz="1000" b="0" lang="zh-CN" altLang="en-US">
                <a:solidFill>
                  <a:srgbClr val="526177"/>
                </a:solidFill>
                <a:latin typeface="SimHei"/>
                <a:ea typeface="SimHei"/>
                <a:cs typeface="SimHei"/>
              </a:rPr>
              <a:t>30 / 30</a:t>
            </a:r>
          </a:p>
        </p:txBody>
      </p:sp>
      <p:sp>
        <p:nvSpPr>
          <p:cNvPr id="12" name="TextBox 11"/>
          <p:cNvSpPr txBox="1"/>
          <p:nvPr/>
        </p:nvSpPr>
        <p:spPr>
          <a:xfrm>
            <a:off x="658368" y="1581912"/>
            <a:ext cx="10853928" cy="35661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[1] 电子碰撞截面</a:t>
            </a:r>
          </a:p>
        </p:txBody>
      </p:sp>
      <p:sp>
        <p:nvSpPr>
          <p:cNvPr id="13" name="TextBox 12"/>
          <p:cNvSpPr txBox="1"/>
          <p:nvPr/>
        </p:nvSpPr>
        <p:spPr>
          <a:xfrm>
            <a:off x="658368" y="2103120"/>
            <a:ext cx="10853928" cy="1152144"/>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800" b="0" lang="zh-CN" altLang="en-US">
                <a:solidFill>
                  <a:srgbClr val="000000"/>
                </a:solidFill>
                <a:latin typeface="SimHei"/>
                <a:ea typeface="SimHei"/>
                <a:cs typeface="SimHei"/>
              </a:rPr>
              <a:t>Metting van Rijn M, Franck C M.</a:t>
            </a:r>
          </a:p>
          <a:p>
            <a:pPr algn="l">
              <a:lnSpc>
                <a:spcPct val="112000"/>
              </a:lnSpc>
              <a:spcBef>
                <a:spcPts val="0"/>
              </a:spcBef>
              <a:spcAft>
                <a:spcPts val="0"/>
              </a:spcAft>
              <a:buNone/>
            </a:pPr>
            <a:r>
              <a:rPr sz="1800" b="0" lang="zh-CN" altLang="en-US">
                <a:solidFill>
                  <a:srgbClr val="000000"/>
                </a:solidFill>
                <a:latin typeface="SimHei"/>
                <a:ea typeface="SimHei"/>
                <a:cs typeface="SimHei"/>
              </a:rPr>
              <a:t>Electron scattering cross sections of the fluoronitrile C</a:t>
            </a:r>
            <a:r>
              <a:rPr sz="1296" b="0" lang="zh-CN" altLang="en-US" baseline="-24000">
                <a:solidFill>
                  <a:srgbClr val="000000"/>
                </a:solidFill>
                <a:latin typeface="SimHei"/>
                <a:ea typeface="SimHei"/>
                <a:cs typeface="SimHei"/>
              </a:rPr>
              <a:t>4</a:t>
            </a:r>
            <a:r>
              <a:rPr sz="1800" b="0" lang="zh-CN" altLang="en-US">
                <a:solidFill>
                  <a:srgbClr val="000000"/>
                </a:solidFill>
                <a:latin typeface="SimHei"/>
                <a:ea typeface="SimHei"/>
                <a:cs typeface="SimHei"/>
              </a:rPr>
              <a:t>F</a:t>
            </a:r>
            <a:r>
              <a:rPr sz="1296" b="0" lang="zh-CN" altLang="en-US" baseline="-24000">
                <a:solidFill>
                  <a:srgbClr val="000000"/>
                </a:solidFill>
                <a:latin typeface="SimHei"/>
                <a:ea typeface="SimHei"/>
                <a:cs typeface="SimHei"/>
              </a:rPr>
              <a:t>7</a:t>
            </a:r>
            <a:r>
              <a:rPr sz="1800" b="0" lang="zh-CN" altLang="en-US">
                <a:solidFill>
                  <a:srgbClr val="000000"/>
                </a:solidFill>
                <a:latin typeface="SimHei"/>
                <a:ea typeface="SimHei"/>
                <a:cs typeface="SimHei"/>
              </a:rPr>
              <a:t>N.</a:t>
            </a:r>
          </a:p>
          <a:p>
            <a:pPr algn="l">
              <a:lnSpc>
                <a:spcPct val="112000"/>
              </a:lnSpc>
              <a:spcBef>
                <a:spcPts val="0"/>
              </a:spcBef>
              <a:spcAft>
                <a:spcPts val="0"/>
              </a:spcAft>
              <a:buNone/>
            </a:pPr>
            <a:r>
              <a:rPr sz="1800" b="0" lang="zh-CN" altLang="en-US">
                <a:solidFill>
                  <a:srgbClr val="000000"/>
                </a:solidFill>
                <a:latin typeface="SimHei"/>
                <a:ea typeface="SimHei"/>
                <a:cs typeface="SimHei"/>
              </a:rPr>
              <a:t>J. Phys. D: Appl. Phys. 59 (2026) 125201.</a:t>
            </a:r>
          </a:p>
          <a:p>
            <a:pPr algn="l">
              <a:lnSpc>
                <a:spcPct val="112000"/>
              </a:lnSpc>
              <a:spcBef>
                <a:spcPts val="0"/>
              </a:spcBef>
              <a:spcAft>
                <a:spcPts val="0"/>
              </a:spcAft>
              <a:buNone/>
            </a:pPr>
            <a:r>
              <a:rPr sz="1800" b="0" lang="zh-CN" altLang="en-US">
                <a:solidFill>
                  <a:srgbClr val="000000"/>
                </a:solidFill>
                <a:latin typeface="SimHei"/>
                <a:ea typeface="SimHei"/>
                <a:cs typeface="SimHei"/>
              </a:rPr>
              <a:t>DOI: 10.1088/1361-6463/ae4fd8</a:t>
            </a:r>
          </a:p>
        </p:txBody>
      </p:sp>
      <p:sp>
        <p:nvSpPr>
          <p:cNvPr id="14" name="TextBox 13"/>
          <p:cNvSpPr txBox="1"/>
          <p:nvPr/>
        </p:nvSpPr>
        <p:spPr>
          <a:xfrm>
            <a:off x="658368" y="3593592"/>
            <a:ext cx="10853928" cy="356616"/>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2300" b="1" lang="zh-CN" altLang="en-US">
                <a:solidFill>
                  <a:srgbClr val="005BC4"/>
                </a:solidFill>
                <a:latin typeface="SimHei"/>
                <a:ea typeface="SimHei"/>
                <a:cs typeface="SimHei"/>
              </a:rPr>
              <a:t>[2] 针板负流注</a:t>
            </a:r>
          </a:p>
        </p:txBody>
      </p:sp>
      <p:sp>
        <p:nvSpPr>
          <p:cNvPr id="15" name="TextBox 14"/>
          <p:cNvSpPr txBox="1"/>
          <p:nvPr/>
        </p:nvSpPr>
        <p:spPr>
          <a:xfrm>
            <a:off x="658368" y="4114800"/>
            <a:ext cx="10853928" cy="137160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750" b="0" lang="zh-CN" altLang="en-US">
                <a:solidFill>
                  <a:srgbClr val="000000"/>
                </a:solidFill>
                <a:latin typeface="SimHei"/>
                <a:ea typeface="SimHei"/>
                <a:cs typeface="SimHei"/>
              </a:rPr>
              <a:t>Simonovic I, Bosnjakovic D, Dujko S.</a:t>
            </a:r>
          </a:p>
          <a:p>
            <a:pPr algn="l">
              <a:lnSpc>
                <a:spcPct val="112000"/>
              </a:lnSpc>
              <a:spcBef>
                <a:spcPts val="0"/>
              </a:spcBef>
              <a:spcAft>
                <a:spcPts val="0"/>
              </a:spcAft>
              <a:buNone/>
            </a:pPr>
            <a:r>
              <a:rPr sz="1750" b="0" lang="zh-CN" altLang="en-US">
                <a:solidFill>
                  <a:srgbClr val="000000"/>
                </a:solidFill>
                <a:latin typeface="SimHei"/>
                <a:ea typeface="SimHei"/>
                <a:cs typeface="SimHei"/>
              </a:rPr>
              <a:t>Axisymmetric fluid simulations of negative streamers in SF</a:t>
            </a:r>
            <a:r>
              <a:rPr sz="1260" b="0" lang="zh-CN" altLang="en-US" baseline="-24000">
                <a:solidFill>
                  <a:srgbClr val="000000"/>
                </a:solidFill>
                <a:latin typeface="SimHei"/>
                <a:ea typeface="SimHei"/>
                <a:cs typeface="SimHei"/>
              </a:rPr>
              <a:t>6</a:t>
            </a:r>
            <a:r>
              <a:rPr sz="1750" b="0" lang="zh-CN" altLang="en-US">
                <a:solidFill>
                  <a:srgbClr val="000000"/>
                </a:solidFill>
                <a:latin typeface="SimHei"/>
                <a:ea typeface="SimHei"/>
                <a:cs typeface="SimHei"/>
              </a:rPr>
              <a:t> and in</a:t>
            </a:r>
          </a:p>
          <a:p>
            <a:pPr algn="l">
              <a:lnSpc>
                <a:spcPct val="112000"/>
              </a:lnSpc>
              <a:spcBef>
                <a:spcPts val="0"/>
              </a:spcBef>
              <a:spcAft>
                <a:spcPts val="0"/>
              </a:spcAft>
              <a:buNone/>
            </a:pPr>
            <a:r>
              <a:rPr sz="1750" b="0" lang="zh-CN" altLang="en-US">
                <a:solidFill>
                  <a:srgbClr val="000000"/>
                </a:solidFill>
                <a:latin typeface="SimHei"/>
                <a:ea typeface="SimHei"/>
                <a:cs typeface="SimHei"/>
              </a:rPr>
              <a:t>CO</a:t>
            </a:r>
            <a:r>
              <a:rPr sz="1260" b="0" lang="zh-CN" altLang="en-US" baseline="-24000">
                <a:solidFill>
                  <a:srgbClr val="000000"/>
                </a:solidFill>
                <a:latin typeface="SimHei"/>
                <a:ea typeface="SimHei"/>
                <a:cs typeface="SimHei"/>
              </a:rPr>
              <a:t>2</a:t>
            </a:r>
            <a:r>
              <a:rPr sz="1750" b="0" lang="zh-CN" altLang="en-US">
                <a:solidFill>
                  <a:srgbClr val="000000"/>
                </a:solidFill>
                <a:latin typeface="SimHei"/>
                <a:ea typeface="SimHei"/>
                <a:cs typeface="SimHei"/>
              </a:rPr>
              <a:t>-C</a:t>
            </a:r>
            <a:r>
              <a:rPr sz="1260" b="0" lang="zh-CN" altLang="en-US" baseline="-24000">
                <a:solidFill>
                  <a:srgbClr val="000000"/>
                </a:solidFill>
                <a:latin typeface="SimHei"/>
                <a:ea typeface="SimHei"/>
                <a:cs typeface="SimHei"/>
              </a:rPr>
              <a:t>4</a:t>
            </a:r>
            <a:r>
              <a:rPr sz="1750" b="0" lang="zh-CN" altLang="en-US">
                <a:solidFill>
                  <a:srgbClr val="000000"/>
                </a:solidFill>
                <a:latin typeface="SimHei"/>
                <a:ea typeface="SimHei"/>
                <a:cs typeface="SimHei"/>
              </a:rPr>
              <a:t>F</a:t>
            </a:r>
            <a:r>
              <a:rPr sz="1260" b="0" lang="zh-CN" altLang="en-US" baseline="-24000">
                <a:solidFill>
                  <a:srgbClr val="000000"/>
                </a:solidFill>
                <a:latin typeface="SimHei"/>
                <a:ea typeface="SimHei"/>
                <a:cs typeface="SimHei"/>
              </a:rPr>
              <a:t>7</a:t>
            </a:r>
            <a:r>
              <a:rPr sz="1750" b="0" lang="zh-CN" altLang="en-US">
                <a:solidFill>
                  <a:srgbClr val="000000"/>
                </a:solidFill>
                <a:latin typeface="SimHei"/>
                <a:ea typeface="SimHei"/>
                <a:cs typeface="SimHei"/>
              </a:rPr>
              <a:t>N mixtures in the pin-to-plane electrode configuration.</a:t>
            </a:r>
          </a:p>
          <a:p>
            <a:pPr algn="l">
              <a:lnSpc>
                <a:spcPct val="112000"/>
              </a:lnSpc>
              <a:spcBef>
                <a:spcPts val="0"/>
              </a:spcBef>
              <a:spcAft>
                <a:spcPts val="0"/>
              </a:spcAft>
              <a:buNone/>
            </a:pPr>
            <a:r>
              <a:rPr sz="1750" b="0" lang="zh-CN" altLang="en-US">
                <a:solidFill>
                  <a:srgbClr val="000000"/>
                </a:solidFill>
                <a:latin typeface="SimHei"/>
                <a:ea typeface="SimHei"/>
                <a:cs typeface="SimHei"/>
              </a:rPr>
              <a:t>Plasma Sources Sci. Technol. 34 (2025) 125004.</a:t>
            </a:r>
          </a:p>
          <a:p>
            <a:pPr algn="l">
              <a:lnSpc>
                <a:spcPct val="112000"/>
              </a:lnSpc>
              <a:spcBef>
                <a:spcPts val="0"/>
              </a:spcBef>
              <a:spcAft>
                <a:spcPts val="0"/>
              </a:spcAft>
              <a:buNone/>
            </a:pPr>
            <a:r>
              <a:rPr sz="1750" b="0" lang="zh-CN" altLang="en-US">
                <a:solidFill>
                  <a:srgbClr val="000000"/>
                </a:solidFill>
                <a:latin typeface="SimHei"/>
                <a:ea typeface="SimHei"/>
                <a:cs typeface="SimHei"/>
              </a:rPr>
              <a:t>DOI: 10.1088/1361-6595/ae2209</a:t>
            </a:r>
          </a:p>
        </p:txBody>
      </p:sp>
      <p:sp>
        <p:nvSpPr>
          <p:cNvPr id="16" name="TextBox 15"/>
          <p:cNvSpPr txBox="1"/>
          <p:nvPr/>
        </p:nvSpPr>
        <p:spPr>
          <a:xfrm>
            <a:off x="694944" y="5971032"/>
            <a:ext cx="10744200" cy="274320"/>
          </a:xfrm>
          <a:prstGeom prst="rect">
            <a:avLst/>
          </a:prstGeom>
          <a:noFill/>
        </p:spPr>
        <p:txBody>
          <a:bodyPr wrap="square" lIns="13716" rIns="13716" tIns="13716" bIns="13716" anchor="t">
            <a:spAutoFit/>
          </a:bodyPr>
          <a:lstStyle/>
          <a:p>
            <a:pPr algn="l">
              <a:lnSpc>
                <a:spcPct val="112000"/>
              </a:lnSpc>
              <a:spcBef>
                <a:spcPts val="0"/>
              </a:spcBef>
              <a:spcAft>
                <a:spcPts val="0"/>
              </a:spcAft>
              <a:buNone/>
            </a:pPr>
            <a:r>
              <a:rPr sz="1400" b="0" lang="zh-CN" altLang="en-US">
                <a:solidFill>
                  <a:srgbClr val="526177"/>
                </a:solidFill>
                <a:latin typeface="SimHei"/>
                <a:ea typeface="SimHei"/>
                <a:cs typeface="SimHei"/>
              </a:rPr>
              <a:t>图表为原文裁切并逐页标注；表格、结构示意及研究建议为本次汇报整理。</a:t>
            </a:r>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3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4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4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4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5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5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5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6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1.0"/>
  <p:tag name="KSO_WM_BEAUTIFY_FLAG" val="#wm#"/>
</p:tagLst>
</file>

<file path=ppt/tags/tag6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6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6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2**"/>
  <p:tag name="KSO_WM_UNIT_LAYERLEVEL" val="1"/>
  <p:tag name="KSO_WM_TAG_VERSION" val="1.0"/>
  <p:tag name="KSO_WM_BEAUTIFY_FLAG" val="#wm#"/>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3**"/>
  <p:tag name="KSO_WM_UNIT_LAYERLEVEL" val="1"/>
  <p:tag name="KSO_WM_TAG_VERSION" val="1.0"/>
  <p:tag name="KSO_WM_BEAUTIFY_FLAG" val="#wm#"/>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4**"/>
  <p:tag name="KSO_WM_UNIT_LAYERLEVEL" val="1"/>
  <p:tag name="KSO_WM_TAG_VERSION" val="1.0"/>
  <p:tag name="KSO_WM_BEAUTIFY_FLAG" val="#wm#"/>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8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5**"/>
  <p:tag name="KSO_WM_UNIT_LAYERLEVEL" val="1"/>
  <p:tag name="KSO_WM_TAG_VERSION" val="1.0"/>
  <p:tag name="KSO_WM_BEAUTIFY_FLAG" val="#wm#"/>
</p:tagLst>
</file>

<file path=ppt/tags/tag9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6**"/>
  <p:tag name="KSO_WM_UNIT_LAYERLEVEL" val="1"/>
  <p:tag name="KSO_WM_TAG_VERSION" val="1.0"/>
  <p:tag name="KSO_WM_BEAUTIFY_FLAG" val="#wm#"/>
</p:tagLst>
</file>

<file path=ppt/tags/tag9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8**"/>
  <p:tag name="KSO_WM_UNIT_LAYERLEVEL" val="1"/>
  <p:tag name="KSO_WM_TAG_VERSION" val="1.0"/>
  <p:tag name="KSO_WM_BEAUTIFY_FLAG" val="#wm#"/>
</p:tagLst>
</file>

<file path=ppt/tags/tag10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9**"/>
  <p:tag name="KSO_WM_UNIT_LAYERLEVEL" val="1"/>
  <p:tag name="KSO_WM_TAG_VERSION" val="1.0"/>
  <p:tag name="KSO_WM_BEAUTIFY_FLAG" val="#wm#"/>
</p:tagLst>
</file>

<file path=ppt/tags/tag10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0**"/>
  <p:tag name="KSO_WM_UNIT_LAYERLEVEL" val="1"/>
  <p:tag name="KSO_WM_TAG_VERSION" val="1.0"/>
  <p:tag name="KSO_WM_BEAUTIFY_FLAG" val="#wm#"/>
</p:tagLst>
</file>

<file path=ppt/tags/tag11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1**"/>
  <p:tag name="KSO_WM_UNIT_LAYERLEVEL" val="1"/>
  <p:tag name="KSO_WM_TAG_VERSION" val="1.0"/>
  <p:tag name="KSO_WM_BEAUTIFY_FLAG" val="#wm#"/>
</p:tagLst>
</file>

<file path=ppt/tags/tag1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 name="KSO_WM_TEMPLATE_CATEGORY" val="custom"/>
  <p:tag name="KSO_WM_TEMPLATE_INDEX" val="20205081"/>
</p:tagLst>
</file>

<file path=ppt/tags/tag1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12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0**"/>
  <p:tag name="KSO_WM_UNIT_LAYERLEVEL" val="1"/>
  <p:tag name="KSO_WM_TAG_VERSION" val="1.0"/>
  <p:tag name="KSO_WM_BEAUTIFY_FLAG" val="#wm#"/>
</p:tagLst>
</file>

<file path=ppt/tags/tag218.xml><?xml version="1.0" encoding="utf-8"?>
<p:tagLst xmlns:p="http://schemas.openxmlformats.org/presentationml/2006/main">
  <p:tag name="COMMONDATA" val="eyJoZGlkIjoiYzdhZWY4N2NmNTJjNzhjOWY0ZTgxMWQyYmQ3MTI2YzQifQ=="/>
</p:tagLst>
</file>

<file path=ppt/theme/theme1.xml><?xml version="1.0" encoding="utf-8"?>
<a:theme xmlns:a="http://schemas.openxmlformats.org/drawingml/2006/main" name="Office 主题​​">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2">
      <a:majorFont>
        <a:latin typeface="SimHei"/>
        <a:ea typeface="SimHei"/>
        <a:cs typeface="SimHei"/>
      </a:majorFont>
      <a:minorFont>
        <a:latin typeface="SimHei"/>
        <a:ea typeface="SimHei"/>
        <a:cs typeface="SimHe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新版空白演示配色">
      <a:dk1>
        <a:srgbClr val="000000"/>
      </a:dk1>
      <a:lt1>
        <a:srgbClr val="FFFFFF"/>
      </a:lt1>
      <a:dk2>
        <a:srgbClr val="0F1423"/>
      </a:dk2>
      <a:lt2>
        <a:srgbClr val="FFFFFF"/>
      </a:lt2>
      <a:accent1>
        <a:srgbClr val="6096E6"/>
      </a:accent1>
      <a:accent2>
        <a:srgbClr val="58B6E5"/>
      </a:accent2>
      <a:accent3>
        <a:srgbClr val="56CA95"/>
      </a:accent3>
      <a:accent4>
        <a:srgbClr val="FFBA55"/>
      </a:accent4>
      <a:accent5>
        <a:srgbClr val="F18870"/>
      </a:accent5>
      <a:accent6>
        <a:srgbClr val="EC5F74"/>
      </a:accent6>
      <a:hlink>
        <a:srgbClr val="0563C1"/>
      </a:hlink>
      <a:folHlink>
        <a:srgbClr val="954D72"/>
      </a:folHlink>
    </a:clrScheme>
    <a:fontScheme name="自定义 9">
      <a:majorFont>
        <a:latin typeface="SimHei"/>
        <a:ea typeface="SimHei"/>
        <a:cs typeface="SimHei"/>
      </a:majorFont>
      <a:minorFont>
        <a:latin typeface="SimHei"/>
        <a:ea typeface="SimHei"/>
        <a:cs typeface="SimHe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ajorFont>
      <a:min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ajorFont>
      <a:minorFont>
        <a:latin typeface="SimHei"/>
        <a:ea typeface="SimHei"/>
        <a:cs typeface="SimHei"/>
        <a:font script="Jpan" typeface="SimHei"/>
        <a:font script="Hang" typeface="SimHei"/>
        <a:font script="Hans" typeface="SimHei"/>
        <a:font script="Hant" typeface="SimHei"/>
        <a:font script="Arab" typeface="SimHei"/>
        <a:font script="Hebr" typeface="SimHei"/>
        <a:font script="Thai" typeface="SimHei"/>
        <a:font script="Ethi" typeface="SimHei"/>
        <a:font script="Beng" typeface="SimHei"/>
        <a:font script="Gujr" typeface="SimHei"/>
        <a:font script="Khmr" typeface="SimHei"/>
        <a:font script="Knda" typeface="SimHei"/>
        <a:font script="Guru" typeface="SimHei"/>
        <a:font script="Cans" typeface="SimHei"/>
        <a:font script="Cher" typeface="SimHei"/>
        <a:font script="Yiii" typeface="SimHei"/>
        <a:font script="Tibt" typeface="SimHei"/>
        <a:font script="Thaa" typeface="SimHei"/>
        <a:font script="Deva" typeface="SimHei"/>
        <a:font script="Telu" typeface="SimHei"/>
        <a:font script="Taml" typeface="SimHei"/>
        <a:font script="Syrc" typeface="SimHei"/>
        <a:font script="Orya" typeface="SimHei"/>
        <a:font script="Mlym" typeface="SimHei"/>
        <a:font script="Laoo" typeface="SimHei"/>
        <a:font script="Sinh" typeface="SimHei"/>
        <a:font script="Mong" typeface="SimHei"/>
        <a:font script="Viet" typeface="SimHei"/>
        <a:font script="Uigh" typeface="SimHei"/>
        <a:font script="Geor" typeface="SimHei"/>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C:\Program Files\Microsoft Office\Templates\Presentation Designs\Sunny Days.pot</Template>
  <TotalTime>0</TotalTime>
  <Words>7008</Words>
  <Application>WPS 演示</Application>
  <PresentationFormat>宽屏</PresentationFormat>
  <Paragraphs>546</Paragraphs>
  <Slides>23</Slides>
  <Notes>21</Notes>
  <HiddenSlides>0</HiddenSlides>
  <MMClips>0</MMClips>
  <ScaleCrop>false</ScaleCrop>
  <HeadingPairs>
    <vt:vector size="8" baseType="variant">
      <vt:variant>
        <vt:lpstr>已用的字体</vt:lpstr>
      </vt:variant>
      <vt:variant>
        <vt:i4>16</vt:i4>
      </vt:variant>
      <vt:variant>
        <vt:lpstr>主题</vt:lpstr>
      </vt:variant>
      <vt:variant>
        <vt:i4>2</vt:i4>
      </vt:variant>
      <vt:variant>
        <vt:lpstr>嵌入 OLE 服务器</vt:lpstr>
      </vt:variant>
      <vt:variant>
        <vt:i4>5</vt:i4>
      </vt:variant>
      <vt:variant>
        <vt:lpstr>幻灯片标题</vt:lpstr>
      </vt:variant>
      <vt:variant>
        <vt:i4>23</vt:i4>
      </vt:variant>
    </vt:vector>
  </HeadingPairs>
  <TitlesOfParts>
    <vt:vector size="46" baseType="lpstr">
      <vt:lpstr>Arial</vt:lpstr>
      <vt:lpstr>宋体</vt:lpstr>
      <vt:lpstr>Wingdings</vt:lpstr>
      <vt:lpstr>Times New Roman</vt:lpstr>
      <vt:lpstr>楷体_GB2312</vt:lpstr>
      <vt:lpstr>新宋体</vt:lpstr>
      <vt:lpstr>微软雅黑</vt:lpstr>
      <vt:lpstr>Wingdings</vt:lpstr>
      <vt:lpstr>Arial</vt:lpstr>
      <vt:lpstr>黑体</vt:lpstr>
      <vt:lpstr>楷体</vt:lpstr>
      <vt:lpstr>Noto Sans SC</vt:lpstr>
      <vt:lpstr>Arial Unicode MS</vt:lpstr>
      <vt:lpstr>Roboto Mono</vt:lpstr>
      <vt:lpstr>SWAstro</vt:lpstr>
      <vt:lpstr>MS PGothic</vt:lpstr>
      <vt:lpstr>Office 主题​​</vt:lpstr>
      <vt:lpstr>1_Office 主题​​</vt:lpstr>
      <vt:lpstr>Equation.DSMT4</vt:lpstr>
      <vt:lpstr>Equation.DSMT4</vt:lpstr>
      <vt:lpstr>Equation.DSMT4</vt:lpstr>
      <vt:lpstr>Equation.DSMT4</vt:lpstr>
      <vt:lpstr>Equation.DSMT4</vt:lpstr>
      <vt:lpstr>PowerPoint 演示文稿</vt:lpstr>
      <vt:lpstr>研究背景</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vacuum</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C4F7N电子碰撞截面与负流注放电特性（30页黑体修订版）</dc:title>
  <dc:creator/>
  <cp:lastModifiedBy/>
  <cp:revision>6133</cp:revision>
  <cp:lastPrinted>2113-01-01T00:00:00Z</cp:lastPrinted>
  <dcterms:created xsi:type="dcterms:W3CDTF">2004-10-12T04:01:00Z</dcterms:created>
  <dcterms:modified xsi:type="dcterms:W3CDTF">2026-04-26T04:36:43Z</dcterms:modified>
  <dc:subject>文献分享：碰撞截面、电子群参数与针板负流注</dc:subject>
  <cp:keywords>C4F7N,SimHei,黑体,电子群参数,碰撞截面,负流注</cp:keyword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2052-12.1.0.25865</vt:lpwstr>
  </property>
  <property fmtid="{D5CDD505-2E9C-101B-9397-08002B2CF9AE}" pid="3" name="ICV">
    <vt:lpwstr>0834975419C14E29BBF51CA480CAF209</vt:lpwstr>
  </property>
</Properties>
</file>